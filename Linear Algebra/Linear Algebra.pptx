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9" r:id="rId5"/>
    <p:sldId id="270" r:id="rId6"/>
    <p:sldId id="260" r:id="rId7"/>
    <p:sldId id="264" r:id="rId8"/>
    <p:sldId id="261" r:id="rId9"/>
    <p:sldId id="263" r:id="rId10"/>
    <p:sldId id="268" r:id="rId11"/>
    <p:sldId id="262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B31F7A-59C7-4F2F-983F-413F6B1B8C2B}" type="datetimeFigureOut">
              <a:rPr lang="en-US" smtClean="0"/>
              <a:t>3/12/2023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A18895-40FE-4442-9F02-6B8881CFA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658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Further practice</a:t>
            </a:r>
            <a:r>
              <a:rPr lang="en-US" baseline="0" dirty="0" smtClean="0"/>
              <a:t> </a:t>
            </a:r>
            <a:r>
              <a:rPr lang="en-US" dirty="0" smtClean="0"/>
              <a:t>questions are  in</a:t>
            </a:r>
            <a:r>
              <a:rPr lang="en-US" baseline="0" dirty="0" smtClean="0"/>
              <a:t> notes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A18895-40FE-4442-9F02-6B8881CFAAC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0817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See in my notes of these solution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A18895-40FE-4442-9F02-6B8881CFAAC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6423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Combine </a:t>
            </a:r>
            <a:r>
              <a:rPr lang="en-US" dirty="0" err="1" smtClean="0"/>
              <a:t>eq</a:t>
            </a:r>
            <a:r>
              <a:rPr lang="en-US" dirty="0" smtClean="0"/>
              <a:t> 1 and 2          w= </a:t>
            </a:r>
            <a:r>
              <a:rPr lang="en-US" dirty="0" err="1" smtClean="0"/>
              <a:t>ku+kv</a:t>
            </a:r>
            <a:r>
              <a:rPr lang="en-US" dirty="0" smtClean="0"/>
              <a:t> can use for satisfy  : Numerical solution in my Notes(</a:t>
            </a:r>
            <a:r>
              <a:rPr lang="en-US" dirty="0" err="1" smtClean="0"/>
              <a:t>mannual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A18895-40FE-4442-9F02-6B8881CFAAC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7931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Number of vector in basis set is called dimension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A18895-40FE-4442-9F02-6B8881CFAAC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3481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A18895-40FE-4442-9F02-6B8881CFAAC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84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FB143-F74D-4C71-8F1C-657F05BFDBC5}" type="datetimeFigureOut">
              <a:rPr lang="en-US" smtClean="0"/>
              <a:t>3/12/2023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A6F82-8EB6-491E-956D-55F770832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763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FB143-F74D-4C71-8F1C-657F05BFDBC5}" type="datetimeFigureOut">
              <a:rPr lang="en-US" smtClean="0"/>
              <a:t>3/12/2023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A6F82-8EB6-491E-956D-55F770832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976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FB143-F74D-4C71-8F1C-657F05BFDBC5}" type="datetimeFigureOut">
              <a:rPr lang="en-US" smtClean="0"/>
              <a:t>3/12/2023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A6F82-8EB6-491E-956D-55F770832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099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FB143-F74D-4C71-8F1C-657F05BFDBC5}" type="datetimeFigureOut">
              <a:rPr lang="en-US" smtClean="0"/>
              <a:t>3/12/2023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A6F82-8EB6-491E-956D-55F770832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290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FB143-F74D-4C71-8F1C-657F05BFDBC5}" type="datetimeFigureOut">
              <a:rPr lang="en-US" smtClean="0"/>
              <a:t>3/12/2023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A6F82-8EB6-491E-956D-55F770832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428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FB143-F74D-4C71-8F1C-657F05BFDBC5}" type="datetimeFigureOut">
              <a:rPr lang="en-US" smtClean="0"/>
              <a:t>3/12/2023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A6F82-8EB6-491E-956D-55F770832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315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FB143-F74D-4C71-8F1C-657F05BFDBC5}" type="datetimeFigureOut">
              <a:rPr lang="en-US" smtClean="0"/>
              <a:t>3/12/2023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A6F82-8EB6-491E-956D-55F770832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718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FB143-F74D-4C71-8F1C-657F05BFDBC5}" type="datetimeFigureOut">
              <a:rPr lang="en-US" smtClean="0"/>
              <a:t>3/12/2023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A6F82-8EB6-491E-956D-55F770832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074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FB143-F74D-4C71-8F1C-657F05BFDBC5}" type="datetimeFigureOut">
              <a:rPr lang="en-US" smtClean="0"/>
              <a:t>3/12/2023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A6F82-8EB6-491E-956D-55F770832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10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FB143-F74D-4C71-8F1C-657F05BFDBC5}" type="datetimeFigureOut">
              <a:rPr lang="en-US" smtClean="0"/>
              <a:t>3/12/2023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A6F82-8EB6-491E-956D-55F770832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26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FB143-F74D-4C71-8F1C-657F05BFDBC5}" type="datetimeFigureOut">
              <a:rPr lang="en-US" smtClean="0"/>
              <a:t>3/12/2023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A6F82-8EB6-491E-956D-55F770832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187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7FB143-F74D-4C71-8F1C-657F05BFDBC5}" type="datetimeFigureOut">
              <a:rPr lang="en-US" smtClean="0"/>
              <a:t>3/12/2023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1A6F82-8EB6-491E-956D-55F770832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069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Linear Algebra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77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6629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42260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3999" cy="678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54244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067800" cy="670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7598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686800" cy="1143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52399"/>
            <a:ext cx="8839200" cy="145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604963"/>
            <a:ext cx="8991600" cy="525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934200" y="3733800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Put u=u1+v1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791200" y="3200400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           Replace value here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696200" y="51816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Put ku1 in u1 and V1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705600" y="5939043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Put u1=v1 for same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408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In general, one must verify the ten vector space axioms to show that a set W with addition and scalar multiplication forms a vector space</a:t>
            </a:r>
            <a:r>
              <a:rPr lang="en-US" dirty="0" smtClean="0"/>
              <a:t>.</a:t>
            </a:r>
          </a:p>
          <a:p>
            <a:r>
              <a:rPr lang="en-US" sz="2400" b="1" dirty="0" smtClean="0">
                <a:solidFill>
                  <a:srgbClr val="FF0000"/>
                </a:solidFill>
              </a:rPr>
              <a:t>Theorem:</a:t>
            </a:r>
          </a:p>
          <a:p>
            <a:pPr marL="0" indent="0">
              <a:buNone/>
            </a:pPr>
            <a:r>
              <a:rPr lang="en-US" sz="2400" dirty="0" smtClean="0"/>
              <a:t>If W is a set of one or more vectors in a vector space </a:t>
            </a:r>
            <a:r>
              <a:rPr lang="en-US" sz="2400" dirty="0" err="1" smtClean="0"/>
              <a:t>V,then</a:t>
            </a:r>
            <a:r>
              <a:rPr lang="en-US" sz="2400" dirty="0" smtClean="0"/>
              <a:t> W is a subspace of V if and only if following condition hold: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400" dirty="0" smtClean="0"/>
              <a:t>If u and v are vectors in w ,then </a:t>
            </a:r>
            <a:r>
              <a:rPr lang="en-US" sz="2400" dirty="0" err="1" smtClean="0"/>
              <a:t>u+v</a:t>
            </a:r>
            <a:r>
              <a:rPr lang="en-US" sz="2400" dirty="0" smtClean="0"/>
              <a:t> is in w.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400" dirty="0" smtClean="0"/>
              <a:t>If k is any scalar and u is any vector in w ,then </a:t>
            </a:r>
            <a:r>
              <a:rPr lang="en-US" sz="2400" dirty="0" err="1" smtClean="0"/>
              <a:t>ku</a:t>
            </a:r>
            <a:r>
              <a:rPr lang="en-US" sz="2400" dirty="0" smtClean="0"/>
              <a:t> is in w.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57949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76200"/>
            <a:ext cx="9067800" cy="678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10501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676400"/>
            <a:ext cx="89916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50106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PRACTICE SUMS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295400"/>
            <a:ext cx="38862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1288473"/>
            <a:ext cx="5257800" cy="5569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456043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8392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75509"/>
            <a:ext cx="9144000" cy="53824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43603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PRACTICE SUMS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47801"/>
            <a:ext cx="89916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16682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160</Words>
  <Application>Microsoft Office PowerPoint</Application>
  <PresentationFormat>On-screen Show (4:3)</PresentationFormat>
  <Paragraphs>21</Paragraphs>
  <Slides>11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Linear Algebra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PRACTICE SUMS</vt:lpstr>
      <vt:lpstr>PowerPoint Presentation</vt:lpstr>
      <vt:lpstr>PRACTICE SUMS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Algebra</dc:title>
  <dc:creator>R.C</dc:creator>
  <cp:lastModifiedBy>R.C</cp:lastModifiedBy>
  <cp:revision>29</cp:revision>
  <dcterms:created xsi:type="dcterms:W3CDTF">2023-03-12T07:33:31Z</dcterms:created>
  <dcterms:modified xsi:type="dcterms:W3CDTF">2023-03-12T12:00:17Z</dcterms:modified>
</cp:coreProperties>
</file>