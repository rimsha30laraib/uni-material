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8" r:id="rId1"/>
  </p:sldMasterIdLst>
  <p:notesMasterIdLst>
    <p:notesMasterId r:id="rId39"/>
  </p:notesMasterIdLst>
  <p:sldIdLst>
    <p:sldId id="256" r:id="rId2"/>
    <p:sldId id="258" r:id="rId3"/>
    <p:sldId id="264" r:id="rId4"/>
    <p:sldId id="267" r:id="rId5"/>
    <p:sldId id="271" r:id="rId6"/>
    <p:sldId id="274" r:id="rId7"/>
    <p:sldId id="278" r:id="rId8"/>
    <p:sldId id="297" r:id="rId9"/>
    <p:sldId id="298" r:id="rId10"/>
    <p:sldId id="305" r:id="rId11"/>
    <p:sldId id="310" r:id="rId12"/>
    <p:sldId id="269" r:id="rId13"/>
    <p:sldId id="336" r:id="rId14"/>
    <p:sldId id="315" r:id="rId15"/>
    <p:sldId id="316" r:id="rId16"/>
    <p:sldId id="319" r:id="rId17"/>
    <p:sldId id="323" r:id="rId18"/>
    <p:sldId id="328" r:id="rId19"/>
    <p:sldId id="332" r:id="rId20"/>
    <p:sldId id="337" r:id="rId21"/>
    <p:sldId id="338" r:id="rId22"/>
    <p:sldId id="257" r:id="rId23"/>
    <p:sldId id="259" r:id="rId24"/>
    <p:sldId id="294" r:id="rId25"/>
    <p:sldId id="295" r:id="rId26"/>
    <p:sldId id="296" r:id="rId27"/>
    <p:sldId id="339" r:id="rId28"/>
    <p:sldId id="340" r:id="rId29"/>
    <p:sldId id="299" r:id="rId30"/>
    <p:sldId id="308" r:id="rId31"/>
    <p:sldId id="300" r:id="rId32"/>
    <p:sldId id="301" r:id="rId33"/>
    <p:sldId id="302" r:id="rId34"/>
    <p:sldId id="303" r:id="rId35"/>
    <p:sldId id="304" r:id="rId36"/>
    <p:sldId id="341" r:id="rId37"/>
    <p:sldId id="306" r:id="rId38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69" d="100"/>
          <a:sy n="69" d="100"/>
        </p:scale>
        <p:origin x="-534" y="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6EC3B9-29BA-4575-80EE-E3B36003A3E0}" type="datetimeFigureOut">
              <a:rPr lang="en-US" smtClean="0"/>
              <a:t>3/6/2023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EEA555-3C28-4AA6-A7BA-05998E487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286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EEA555-3C28-4AA6-A7BA-05998E487D8D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9551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7401B46-2A42-4CB4-9348-2181E48466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F9DAB49-4EA9-4955-99F5-48CBA29749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E7215CC6-47FD-4AF8-BBF3-D346B7FF1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79E231D8-EE02-42B1-BBA2-9522D3554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0995795C-0333-473E-BC21-AA250912B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200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E008B75-4A9B-4785-A0E1-401752278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88A5EF3-7382-45BA-831B-794C10FDE5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0DE3F92-1B9E-4215-9F79-002CB5B4D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FF665B0-960F-4192-9791-5EC0B4F09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7E01D361-2F8E-4B75-A21F-5181DBF78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100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49ECDD7-8AFB-4E6B-9F5D-906E98FF7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2389D52D-B2C9-4B7D-9334-8D857268BB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0DE1611-A4DC-4964-8AEE-FFFD0AD19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3EECCBB8-B56D-48F2-9BCC-CA0BA602F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1AB10171-F8F0-406B-8AEA-5367F231E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570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8067BB4-E005-4ECE-AC4F-05EB259C9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BA1B0DD-758C-44C1-AEFE-A98C03C6DC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2A992C9B-BFD7-41A3-BE21-5FCE76A50F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9CE0BA07-F34C-4B6D-B549-CDDF0BA9F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950C097F-D018-47EC-B7B4-D53145E12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7564839D-7859-458C-8CD6-854A41919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201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92571B8-6DE7-4299-892E-D848422FC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3D46B6F6-CB8C-4AEC-B2CE-BEE6EFDF6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D9DA3C74-07F6-4EA8-BFBD-EBCD2D1771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9BEE6FB0-8CE3-45EF-96A8-9C9E749067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128B52FF-55E4-432D-AE8B-4BA770F769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1515FD9A-6469-40EB-996A-E441AF2EB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3/6/2023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8E9F2BBF-4ABE-44AE-A05D-7E18672D7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D32F0D1B-1B61-4B57-8D61-9A1AD3507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925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13C0F2F-7E11-43AA-9ED1-D51702B8E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9972642E-63E8-436F-9500-5ED06DA32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32E3863F-8F21-4ED9-A206-037DDCEAE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F8F57BCF-654A-4AE3-B63A-14298D595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027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5885B03F-27F5-4883-80B3-A827182EB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3/6/2023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F3DEC4DB-A873-4F89-9767-50B16EB39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8D6CE54-FA3C-48E1-B92E-4985103C1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038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D4B8596-E4E6-419F-9FC3-FFEC6F926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39FD05D-FBF2-45C5-98A6-BFD1C59B2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40CAC5EB-0B5C-4B0D-9C43-E4033DDFDB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37769CC4-08C0-4014-9778-8E662684B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D484EBFC-7D06-406C-A32B-777C9C9BE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04BB2391-989C-4C00-BFC0-AB46A1876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318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16F9529-0676-4099-8104-047E3E9BA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B207418C-CCA9-4E26-831A-2358EEFBB9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9418EF98-D9D2-4588-B5EB-6D9E99B795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3DC43545-086F-4ED5-93A0-40CEA0253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1ED1AE92-4ACD-4A87-B331-DF958E1DB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10EBBB6B-B28C-458A-B396-834400F33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256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8915198-C2C7-4CAE-99E9-4E0B60D73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E08BE072-E68C-4189-B272-1660317EB9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1866EA0-3E5A-4AD6-A216-0ECD0FF7E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B508E606-73DE-4EA0-95E1-DCCEECEDD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E182575-E935-4A55-ADBE-98BAED8B7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642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8FFC114D-B00F-4E57-9CC4-4027018287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F99B80AC-5FC6-4AE7-8CD9-D339CA072A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5AEE6F9-8200-44D6-8E47-2B6259576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3E2C7996-6991-428E-B55D-800B31A3D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4D8E36B-6CCD-4F69-8B1E-FCE33C342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533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DBDFC52D-5D42-4793-9C90-80B02D3CC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67200908-DB05-4F74-BFA6-02CDC27F70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7BF93D9-27D6-48A7-BBAB-D3D3B47EB7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3/6/2023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B98A13B-A30F-41DB-A66D-6F3CE90492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1C6ADC3D-DB9A-4486-8912-89D9EA7630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483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1576" y="2112644"/>
            <a:ext cx="8048625" cy="1092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Sets </a:t>
            </a:r>
            <a:r>
              <a:rPr sz="7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 Set</a:t>
            </a:r>
            <a:r>
              <a:rPr sz="7000" spc="-7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7000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Operations</a:t>
            </a:r>
            <a:endParaRPr sz="7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02055" y="2960961"/>
            <a:ext cx="4016375" cy="943207"/>
          </a:xfrm>
          <a:prstGeom prst="rect">
            <a:avLst/>
          </a:prstGeom>
        </p:spPr>
        <p:txBody>
          <a:bodyPr vert="horz" wrap="square" lIns="0" tIns="3244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55"/>
              </a:spcBef>
            </a:pPr>
            <a:r>
              <a:rPr sz="4000" spc="-1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Lecture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646592"/>
            <a:ext cx="205486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3200" b="1" spc="-4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idx="1"/>
          </p:nvPr>
        </p:nvSpPr>
        <p:spPr>
          <a:xfrm>
            <a:off x="916939" y="1447800"/>
            <a:ext cx="10358120" cy="171649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  <a:r>
              <a:rPr sz="2000" spc="2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 marL="12700" marR="5080" algn="just">
              <a:lnSpc>
                <a:spcPct val="90000"/>
              </a:lnSpc>
            </a:pP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000" b="1" i="1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 </a:t>
            </a:r>
            <a:r>
              <a:rPr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000" spc="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sz="2000" spc="-1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unordered </a:t>
            </a:r>
            <a:r>
              <a:rPr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collection </a:t>
            </a: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objects, called </a:t>
            </a:r>
            <a:r>
              <a:rPr sz="2000" i="1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elements </a:t>
            </a: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  </a:t>
            </a:r>
            <a:r>
              <a:rPr sz="2000" i="1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members </a:t>
            </a: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the </a:t>
            </a:r>
            <a:r>
              <a:rPr sz="20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set. </a:t>
            </a: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0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 </a:t>
            </a:r>
            <a:r>
              <a:rPr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said </a:t>
            </a:r>
            <a:r>
              <a:rPr sz="2000" spc="-2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000" i="1" spc="-2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contain </a:t>
            </a:r>
            <a:r>
              <a:rPr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its elements. </a:t>
            </a:r>
            <a:r>
              <a:rPr sz="2000" spc="-12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 </a:t>
            </a:r>
            <a:r>
              <a:rPr sz="20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</a:t>
            </a:r>
            <a:r>
              <a:rPr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∈ </a:t>
            </a:r>
            <a:r>
              <a:rPr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000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denote that </a:t>
            </a: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000" spc="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element </a:t>
            </a: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the </a:t>
            </a:r>
            <a:r>
              <a:rPr sz="20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 </a:t>
            </a:r>
            <a:r>
              <a:rPr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The  </a:t>
            </a:r>
            <a:r>
              <a:rPr sz="20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notation </a:t>
            </a:r>
            <a:r>
              <a:rPr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∈ </a:t>
            </a:r>
            <a:r>
              <a:rPr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0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denotes that </a:t>
            </a:r>
            <a:r>
              <a:rPr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not </a:t>
            </a: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element </a:t>
            </a: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the </a:t>
            </a:r>
            <a:r>
              <a:rPr sz="20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sz="2000" spc="19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i="1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algn="just">
              <a:lnSpc>
                <a:spcPct val="100000"/>
              </a:lnSpc>
            </a:pPr>
            <a:r>
              <a:rPr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of objects </a:t>
            </a:r>
            <a:r>
              <a:rPr sz="20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0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 can </a:t>
            </a:r>
            <a:r>
              <a:rPr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 </a:t>
            </a:r>
            <a:r>
              <a:rPr sz="2000" spc="-1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finite </a:t>
            </a:r>
            <a:r>
              <a:rPr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z="2000" spc="8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infinite.</a:t>
            </a:r>
          </a:p>
        </p:txBody>
      </p:sp>
      <p:sp>
        <p:nvSpPr>
          <p:cNvPr id="5" name="object 2">
            <a:extLst>
              <a:ext uri="{FF2B5EF4-FFF2-40B4-BE49-F238E27FC236}">
                <a16:creationId xmlns="" xmlns:a16="http://schemas.microsoft.com/office/drawing/2014/main" id="{2E81831C-4240-41A2-B13E-6584EFC70A14}"/>
              </a:ext>
            </a:extLst>
          </p:cNvPr>
          <p:cNvSpPr txBox="1"/>
          <p:nvPr/>
        </p:nvSpPr>
        <p:spPr>
          <a:xfrm>
            <a:off x="943902" y="4419600"/>
            <a:ext cx="6480810" cy="1141210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chairs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153670">
              <a:lnSpc>
                <a:spcPct val="115900"/>
              </a:lnSpc>
              <a:spcBef>
                <a:spcPts val="5"/>
              </a:spcBef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integers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numbers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</a:t>
            </a:r>
            <a:r>
              <a:rPr sz="20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6" name="object 3">
            <a:extLst>
              <a:ext uri="{FF2B5EF4-FFF2-40B4-BE49-F238E27FC236}">
                <a16:creationId xmlns="" xmlns:a16="http://schemas.microsoft.com/office/drawing/2014/main" id="{28A3690C-C248-460E-9A6B-91779B90B545}"/>
              </a:ext>
            </a:extLst>
          </p:cNvPr>
          <p:cNvSpPr txBox="1">
            <a:spLocks/>
          </p:cNvSpPr>
          <p:nvPr/>
        </p:nvSpPr>
        <p:spPr>
          <a:xfrm>
            <a:off x="943902" y="3922424"/>
            <a:ext cx="217678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6400" b="1" i="0">
                <a:solidFill>
                  <a:srgbClr val="F8CAAC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000" kern="0" spc="-7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ample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745056"/>
            <a:ext cx="9796780" cy="10333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</a:t>
            </a:r>
            <a:r>
              <a:rPr sz="2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way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describing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ts val="3460"/>
              </a:lnSpc>
              <a:spcBef>
                <a:spcPts val="5"/>
              </a:spcBef>
            </a:pP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members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set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listed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curly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braces,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 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separated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sz="2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807846"/>
            <a:ext cx="381635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3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Roster</a:t>
            </a:r>
            <a:r>
              <a:rPr sz="2000" spc="-8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endParaRPr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="" xmlns:a16="http://schemas.microsoft.com/office/drawing/2014/main" id="{B943DA47-3E93-4F1F-9E89-B370CBAAD980}"/>
              </a:ext>
            </a:extLst>
          </p:cNvPr>
          <p:cNvSpPr txBox="1"/>
          <p:nvPr/>
        </p:nvSpPr>
        <p:spPr>
          <a:xfrm>
            <a:off x="916939" y="4191000"/>
            <a:ext cx="10007600" cy="921791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5080">
              <a:lnSpc>
                <a:spcPts val="3460"/>
              </a:lnSpc>
              <a:spcBef>
                <a:spcPts val="535"/>
              </a:spcBef>
            </a:pP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vowels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English alphabet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written 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{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sz="2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1223010">
              <a:lnSpc>
                <a:spcPts val="3460"/>
              </a:lnSpc>
              <a:spcBef>
                <a:spcPts val="5"/>
              </a:spcBef>
            </a:pP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odd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integers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 10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expressed by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{1,3,5,7,9}.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="" xmlns:a16="http://schemas.microsoft.com/office/drawing/2014/main" id="{ACA0F6B6-E79A-46C9-BA08-614AF3121269}"/>
              </a:ext>
            </a:extLst>
          </p:cNvPr>
          <p:cNvSpPr txBox="1">
            <a:spLocks/>
          </p:cNvSpPr>
          <p:nvPr/>
        </p:nvSpPr>
        <p:spPr>
          <a:xfrm>
            <a:off x="916939" y="3728416"/>
            <a:ext cx="217678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6400" b="1" i="0">
                <a:solidFill>
                  <a:srgbClr val="F8CAAC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000" kern="0" spc="-7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ample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745056"/>
            <a:ext cx="9373235" cy="117442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Another </a:t>
            </a:r>
            <a:r>
              <a:rPr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way 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describe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ts val="3460"/>
              </a:lnSpc>
            </a:pP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Characterized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those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elements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stating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property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properties they must 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 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sz="20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members.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807846"/>
            <a:ext cx="278638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sz="2000" spc="-9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Builder</a:t>
            </a:r>
          </a:p>
        </p:txBody>
      </p:sp>
      <p:sp>
        <p:nvSpPr>
          <p:cNvPr id="4" name="object 2">
            <a:extLst>
              <a:ext uri="{FF2B5EF4-FFF2-40B4-BE49-F238E27FC236}">
                <a16:creationId xmlns="" xmlns:a16="http://schemas.microsoft.com/office/drawing/2014/main" id="{C8DBF0F1-749D-498A-923C-76B757AAF3A9}"/>
              </a:ext>
            </a:extLst>
          </p:cNvPr>
          <p:cNvSpPr txBox="1"/>
          <p:nvPr/>
        </p:nvSpPr>
        <p:spPr>
          <a:xfrm>
            <a:off x="943902" y="4519584"/>
            <a:ext cx="9074785" cy="124457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odd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integers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</a:t>
            </a:r>
            <a:r>
              <a:rPr sz="20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39800">
              <a:lnSpc>
                <a:spcPct val="100000"/>
              </a:lnSpc>
            </a:pP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{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an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odd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integer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 10</a:t>
            </a:r>
            <a:r>
              <a:rPr sz="20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39800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39800">
              <a:lnSpc>
                <a:spcPct val="100000"/>
              </a:lnSpc>
            </a:pP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{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∈ </a:t>
            </a:r>
            <a:r>
              <a:rPr sz="2000" b="1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sz="2000" b="1" spc="15" baseline="25132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odd and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 10</a:t>
            </a:r>
            <a:r>
              <a:rPr sz="2000" spc="-22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5" name="object 3">
            <a:extLst>
              <a:ext uri="{FF2B5EF4-FFF2-40B4-BE49-F238E27FC236}">
                <a16:creationId xmlns="" xmlns:a16="http://schemas.microsoft.com/office/drawing/2014/main" id="{D78A8915-E8A5-43D9-956A-B1CA4CDA8B5C}"/>
              </a:ext>
            </a:extLst>
          </p:cNvPr>
          <p:cNvSpPr txBox="1">
            <a:spLocks/>
          </p:cNvSpPr>
          <p:nvPr/>
        </p:nvSpPr>
        <p:spPr>
          <a:xfrm>
            <a:off x="943902" y="3709356"/>
            <a:ext cx="217678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6400" b="1" i="0">
                <a:solidFill>
                  <a:srgbClr val="F8CAAC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000" kern="0" spc="-7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ample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7098" y="1667563"/>
            <a:ext cx="11059795" cy="2819105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715"/>
              </a:spcBef>
              <a:tabLst>
                <a:tab pos="977900" algn="l"/>
              </a:tabLst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	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{ 0,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3,... }, the set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0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</a:t>
            </a:r>
            <a:r>
              <a:rPr sz="2000" b="1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numbers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500" marR="3124200">
              <a:lnSpc>
                <a:spcPct val="115900"/>
              </a:lnSpc>
              <a:spcBef>
                <a:spcPts val="5"/>
              </a:spcBef>
              <a:tabLst>
                <a:tab pos="977900" algn="l"/>
              </a:tabLst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	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{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…,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-2, -1,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0,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 2, …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}, the set of </a:t>
            </a:r>
            <a:r>
              <a:rPr sz="20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integers  </a:t>
            </a:r>
            <a:r>
              <a:rPr sz="2000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sz="2000" b="1" spc="7" baseline="25132" dirty="0">
                <a:latin typeface="Times New Roman" panose="02020603050405020304" pitchFamily="18" charset="0"/>
                <a:cs typeface="Times New Roman" panose="02020603050405020304" pitchFamily="18" charset="0"/>
              </a:rPr>
              <a:t>+	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{ 1, 2, 3, },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0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</a:t>
            </a:r>
            <a:r>
              <a:rPr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integers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500">
              <a:lnSpc>
                <a:spcPct val="100000"/>
              </a:lnSpc>
              <a:spcBef>
                <a:spcPts val="650"/>
              </a:spcBef>
              <a:tabLst>
                <a:tab pos="977900" algn="l"/>
              </a:tabLst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	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{ </a:t>
            </a:r>
            <a:r>
              <a:rPr sz="2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sz="2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p ∈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∈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≠ 0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},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rational</a:t>
            </a:r>
            <a:r>
              <a:rPr sz="2000" b="1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numbers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500">
              <a:lnSpc>
                <a:spcPct val="100000"/>
              </a:lnSpc>
              <a:tabLst>
                <a:tab pos="977900" algn="l"/>
              </a:tabLst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	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numbers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500" marR="4759960">
              <a:lnSpc>
                <a:spcPct val="115900"/>
              </a:lnSpc>
              <a:spcBef>
                <a:spcPts val="15"/>
              </a:spcBef>
              <a:tabLst>
                <a:tab pos="977900" algn="l"/>
              </a:tabLst>
            </a:pPr>
            <a:r>
              <a:rPr sz="2000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000" b="1" spc="7" baseline="25132" dirty="0">
                <a:latin typeface="Times New Roman" panose="02020603050405020304" pitchFamily="18" charset="0"/>
                <a:cs typeface="Times New Roman" panose="02020603050405020304" pitchFamily="18" charset="0"/>
              </a:rPr>
              <a:t>+	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0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</a:t>
            </a:r>
            <a:r>
              <a:rPr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numbers 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	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0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</a:t>
            </a:r>
            <a:r>
              <a:rPr sz="20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numbers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07898" y="807846"/>
            <a:ext cx="397129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Important</a:t>
            </a:r>
            <a:r>
              <a:rPr sz="2000" spc="-5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roles</a:t>
            </a:r>
            <a:endParaRPr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5216" y="1564766"/>
            <a:ext cx="10358755" cy="8752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  <a:r>
              <a:rPr sz="20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marL="12700" marR="5080" algn="just">
              <a:lnSpc>
                <a:spcPct val="90000"/>
              </a:lnSpc>
            </a:pPr>
            <a:r>
              <a:rPr sz="20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sets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sz="2000" b="1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equal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elements.  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sets, 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equal if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if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∀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∈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↔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∈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  <a:r>
              <a:rPr sz="20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equal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sets.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807846"/>
            <a:ext cx="2069464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8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quality</a:t>
            </a:r>
          </a:p>
        </p:txBody>
      </p:sp>
      <p:sp>
        <p:nvSpPr>
          <p:cNvPr id="4" name="object 2">
            <a:extLst>
              <a:ext uri="{FF2B5EF4-FFF2-40B4-BE49-F238E27FC236}">
                <a16:creationId xmlns="" xmlns:a16="http://schemas.microsoft.com/office/drawing/2014/main" id="{0271C23A-E9C9-4393-A6D8-39D2389E9C6E}"/>
              </a:ext>
            </a:extLst>
          </p:cNvPr>
          <p:cNvSpPr txBox="1"/>
          <p:nvPr/>
        </p:nvSpPr>
        <p:spPr>
          <a:xfrm>
            <a:off x="1292542" y="4600387"/>
            <a:ext cx="9606915" cy="16232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1, 3, 5 } = { 3, 5, 1 } = { 1, 3, 3, 3,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5,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5,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5,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5, 5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12700">
              <a:lnSpc>
                <a:spcPct val="100000"/>
              </a:lnSpc>
            </a:pP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indent="914400">
              <a:lnSpc>
                <a:spcPts val="3460"/>
              </a:lnSpc>
              <a:spcBef>
                <a:spcPts val="1055"/>
              </a:spcBef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doesn’t 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matter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an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listed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long as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</a:t>
            </a:r>
            <a:r>
              <a:rPr sz="20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elements.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="" xmlns:a16="http://schemas.microsoft.com/office/drawing/2014/main" id="{B8386A78-C4F0-4CA5-8B13-93151A04DA78}"/>
              </a:ext>
            </a:extLst>
          </p:cNvPr>
          <p:cNvSpPr txBox="1">
            <a:spLocks/>
          </p:cNvSpPr>
          <p:nvPr/>
        </p:nvSpPr>
        <p:spPr>
          <a:xfrm>
            <a:off x="863281" y="3843467"/>
            <a:ext cx="217678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6400" b="1" i="0">
                <a:solidFill>
                  <a:srgbClr val="F8CAAC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000" kern="0" spc="-7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ample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745056"/>
            <a:ext cx="10144760" cy="1581843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5080">
              <a:lnSpc>
                <a:spcPts val="3460"/>
              </a:lnSpc>
              <a:spcBef>
                <a:spcPts val="535"/>
              </a:spcBef>
            </a:pP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universal set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denoted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sz="20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U: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objects under 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consideration, represented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rectangle.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0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empty </a:t>
            </a:r>
            <a:r>
              <a:rPr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denoted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Ø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sz="20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}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807846"/>
            <a:ext cx="298831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Special</a:t>
            </a:r>
            <a:r>
              <a:rPr sz="2000" spc="-9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Sets</a:t>
            </a:r>
            <a:endParaRPr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="" xmlns:a16="http://schemas.microsoft.com/office/drawing/2014/main" id="{6CEB5319-A39D-4048-9B30-7EDF026C57D3}"/>
              </a:ext>
            </a:extLst>
          </p:cNvPr>
          <p:cNvSpPr txBox="1"/>
          <p:nvPr/>
        </p:nvSpPr>
        <p:spPr>
          <a:xfrm>
            <a:off x="888804" y="4943464"/>
            <a:ext cx="10360025" cy="118301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  <a:r>
              <a:rPr sz="20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algn="just">
              <a:lnSpc>
                <a:spcPct val="90000"/>
              </a:lnSpc>
              <a:spcBef>
                <a:spcPts val="5"/>
              </a:spcBef>
            </a:pP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set.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exactly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distinct elements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nonnegative </a:t>
            </a:r>
            <a:r>
              <a:rPr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integer,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say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000" i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finite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000" b="1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cardinality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cardinality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denoted by</a:t>
            </a:r>
            <a:r>
              <a:rPr sz="20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|.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="" xmlns:a16="http://schemas.microsoft.com/office/drawing/2014/main" id="{128EF571-4724-43A6-A2CB-B05A5866264C}"/>
              </a:ext>
            </a:extLst>
          </p:cNvPr>
          <p:cNvSpPr txBox="1">
            <a:spLocks/>
          </p:cNvSpPr>
          <p:nvPr/>
        </p:nvSpPr>
        <p:spPr>
          <a:xfrm>
            <a:off x="888804" y="3909862"/>
            <a:ext cx="276415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6400" b="1" i="0">
                <a:solidFill>
                  <a:srgbClr val="F8CAAC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000" kern="0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Cardinality</a:t>
            </a:r>
            <a:endParaRPr lang="en-US" sz="2000" kern="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643687"/>
            <a:ext cx="4067810" cy="4477508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{ 1,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3, 4, 5</a:t>
            </a:r>
            <a:r>
              <a:rPr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=</a:t>
            </a:r>
            <a:r>
              <a:rPr sz="3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4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</a:pPr>
            <a:r>
              <a:rPr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{ 1, 2, </a:t>
            </a:r>
            <a:r>
              <a:rPr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4, </a:t>
            </a:r>
            <a:r>
              <a:rPr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5,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 , 20</a:t>
            </a:r>
            <a:r>
              <a:rPr sz="32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=</a:t>
            </a:r>
            <a:r>
              <a:rPr sz="3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4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Ø | =</a:t>
            </a:r>
            <a:r>
              <a:rPr sz="3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687451"/>
            <a:ext cx="217678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4800" spc="-7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sz="4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ample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792014"/>
            <a:ext cx="5170805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is </a:t>
            </a:r>
            <a:r>
              <a:rPr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infinite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it is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finite.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34511" y="551562"/>
            <a:ext cx="277939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Infinite</a:t>
            </a:r>
            <a:r>
              <a:rPr sz="2000" spc="-9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endParaRPr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2">
            <a:extLst>
              <a:ext uri="{FF2B5EF4-FFF2-40B4-BE49-F238E27FC236}">
                <a16:creationId xmlns="" xmlns:a16="http://schemas.microsoft.com/office/drawing/2014/main" id="{1A3A6816-3C5C-40B5-87D3-4588BE21154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965004" y="2632756"/>
            <a:ext cx="10358120" cy="8094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  <a:r>
              <a:rPr sz="1800" spc="2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  <a:p>
            <a:pPr marL="12700" marR="5080">
              <a:lnSpc>
                <a:spcPts val="3460"/>
              </a:lnSpc>
            </a:pPr>
            <a:r>
              <a:rPr sz="18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Given </a:t>
            </a:r>
            <a:r>
              <a:rPr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18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 </a:t>
            </a:r>
            <a:r>
              <a:rPr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the </a:t>
            </a:r>
            <a:r>
              <a:rPr sz="18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</a:t>
            </a:r>
            <a:r>
              <a:rPr sz="1800" b="1" i="1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 </a:t>
            </a:r>
            <a:r>
              <a:rPr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sz="18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18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 </a:t>
            </a:r>
            <a:r>
              <a:rPr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all </a:t>
            </a:r>
            <a:r>
              <a:rPr sz="18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subsets </a:t>
            </a:r>
            <a:r>
              <a:rPr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the  </a:t>
            </a:r>
            <a:r>
              <a:rPr sz="18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 </a:t>
            </a:r>
            <a:r>
              <a:rPr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sz="18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18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set </a:t>
            </a:r>
            <a:r>
              <a:rPr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sz="18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18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denoted by</a:t>
            </a:r>
            <a:r>
              <a:rPr sz="1800" spc="2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P(S).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="" xmlns:a16="http://schemas.microsoft.com/office/drawing/2014/main" id="{011FD37D-1023-480D-A252-CCDACF97E2E4}"/>
              </a:ext>
            </a:extLst>
          </p:cNvPr>
          <p:cNvSpPr txBox="1"/>
          <p:nvPr/>
        </p:nvSpPr>
        <p:spPr>
          <a:xfrm>
            <a:off x="5527431" y="872163"/>
            <a:ext cx="7273290" cy="9367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numbers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an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infinite</a:t>
            </a:r>
            <a:r>
              <a:rPr sz="20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= { 1, 2, 3, …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12700">
              <a:lnSpc>
                <a:spcPct val="100000"/>
              </a:lnSpc>
            </a:pP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set of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reals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an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infinite</a:t>
            </a:r>
            <a:r>
              <a:rPr sz="20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="" xmlns:a16="http://schemas.microsoft.com/office/drawing/2014/main" id="{1532256D-E7FD-43DA-BEDC-BF932B4A1E8C}"/>
              </a:ext>
            </a:extLst>
          </p:cNvPr>
          <p:cNvSpPr txBox="1">
            <a:spLocks/>
          </p:cNvSpPr>
          <p:nvPr/>
        </p:nvSpPr>
        <p:spPr>
          <a:xfrm>
            <a:off x="5562600" y="471413"/>
            <a:ext cx="217678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6400" b="1" i="0">
                <a:solidFill>
                  <a:srgbClr val="F8CAAC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0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000" kern="0" spc="-7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ample</a:t>
            </a:r>
          </a:p>
        </p:txBody>
      </p:sp>
      <p:sp>
        <p:nvSpPr>
          <p:cNvPr id="7" name="object 3">
            <a:extLst>
              <a:ext uri="{FF2B5EF4-FFF2-40B4-BE49-F238E27FC236}">
                <a16:creationId xmlns="" xmlns:a16="http://schemas.microsoft.com/office/drawing/2014/main" id="{1857532C-17BF-4C31-9800-55484097C75A}"/>
              </a:ext>
            </a:extLst>
          </p:cNvPr>
          <p:cNvSpPr txBox="1">
            <a:spLocks/>
          </p:cNvSpPr>
          <p:nvPr/>
        </p:nvSpPr>
        <p:spPr>
          <a:xfrm>
            <a:off x="1016951" y="2225987"/>
            <a:ext cx="257937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6400" b="1" i="0">
                <a:solidFill>
                  <a:srgbClr val="F8CAAC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400" kern="0" spc="-2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</a:t>
            </a:r>
            <a:r>
              <a:rPr lang="en-US" sz="2400" kern="0" spc="-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0" spc="-1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endParaRPr lang="en-US" sz="2400" kern="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2">
            <a:extLst>
              <a:ext uri="{FF2B5EF4-FFF2-40B4-BE49-F238E27FC236}">
                <a16:creationId xmlns="" xmlns:a16="http://schemas.microsoft.com/office/drawing/2014/main" id="{E6F4833E-E632-4647-8039-09C45C95825F}"/>
              </a:ext>
            </a:extLst>
          </p:cNvPr>
          <p:cNvSpPr txBox="1"/>
          <p:nvPr/>
        </p:nvSpPr>
        <p:spPr>
          <a:xfrm>
            <a:off x="987278" y="4017357"/>
            <a:ext cx="10262235" cy="129330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set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set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{ 0, 1, 2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}?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13335">
              <a:lnSpc>
                <a:spcPts val="3460"/>
              </a:lnSpc>
            </a:pP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set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P({ 0, 1, 2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})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of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subsets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{ 0, 1, 2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}.  Hence,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P({ 0,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})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= { Ø,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{0}, {1}, {2},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{ 0, 1 }, { 0, 2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},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{ 1, 2 }, { 0, 1, 2</a:t>
            </a:r>
            <a:r>
              <a:rPr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}}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3">
            <a:extLst>
              <a:ext uri="{FF2B5EF4-FFF2-40B4-BE49-F238E27FC236}">
                <a16:creationId xmlns="" xmlns:a16="http://schemas.microsoft.com/office/drawing/2014/main" id="{E3BD61A8-A9B1-4372-84EC-987F8B1515AE}"/>
              </a:ext>
            </a:extLst>
          </p:cNvPr>
          <p:cNvSpPr txBox="1">
            <a:spLocks/>
          </p:cNvSpPr>
          <p:nvPr/>
        </p:nvSpPr>
        <p:spPr>
          <a:xfrm>
            <a:off x="1016951" y="3727534"/>
            <a:ext cx="213614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6400" b="1" i="0">
                <a:solidFill>
                  <a:srgbClr val="F8CAAC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18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8839" y="1721053"/>
            <a:ext cx="10436860" cy="118301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0" algn="just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  <a:r>
              <a:rPr sz="20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800" marR="43180" algn="just">
              <a:lnSpc>
                <a:spcPct val="90000"/>
              </a:lnSpc>
              <a:spcBef>
                <a:spcPts val="5"/>
              </a:spcBef>
            </a:pP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ordered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n-tuple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sz="2000" i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i="1" spc="7" baseline="-21164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sz="2000" i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,a</a:t>
            </a:r>
            <a:r>
              <a:rPr sz="2000" i="1" spc="7" baseline="-21164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 , </a:t>
            </a:r>
            <a:r>
              <a:rPr sz="2000" i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i="1" spc="7" baseline="-21164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ordered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collection  that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</a:t>
            </a:r>
            <a:r>
              <a:rPr sz="2000" i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i="1" spc="7" baseline="-21164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its 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element, </a:t>
            </a:r>
            <a:r>
              <a:rPr sz="2000" i="1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i="1" spc="15" baseline="-21164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its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element, …, 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000" i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i="1" spc="7" baseline="-21164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</a:t>
            </a:r>
            <a:r>
              <a:rPr sz="2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sz="2000" spc="-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687451"/>
            <a:ext cx="1856739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2000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-tuple</a:t>
            </a:r>
            <a:endParaRPr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="" xmlns:a16="http://schemas.microsoft.com/office/drawing/2014/main" id="{6C715534-F89F-460B-A814-BC62F44EABD1}"/>
              </a:ext>
            </a:extLst>
          </p:cNvPr>
          <p:cNvSpPr txBox="1"/>
          <p:nvPr/>
        </p:nvSpPr>
        <p:spPr>
          <a:xfrm>
            <a:off x="878839" y="4302301"/>
            <a:ext cx="10278110" cy="17985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  <a:r>
              <a:rPr sz="20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algn="just">
              <a:lnSpc>
                <a:spcPct val="90300"/>
              </a:lnSpc>
            </a:pP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sets.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Cartesian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denoted  by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is the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ordered 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pairs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∈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∈ </a:t>
            </a:r>
            <a:r>
              <a:rPr sz="2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sz="2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Hence,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645" algn="ctr">
              <a:lnSpc>
                <a:spcPct val="100000"/>
              </a:lnSpc>
            </a:pP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{ (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|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∈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ꓥ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∈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2000" i="1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="" xmlns:a16="http://schemas.microsoft.com/office/drawing/2014/main" id="{159A5879-4D6E-41C5-B49E-BF2CBB7D3509}"/>
              </a:ext>
            </a:extLst>
          </p:cNvPr>
          <p:cNvSpPr txBox="1">
            <a:spLocks/>
          </p:cNvSpPr>
          <p:nvPr/>
        </p:nvSpPr>
        <p:spPr>
          <a:xfrm>
            <a:off x="878839" y="3268699"/>
            <a:ext cx="451675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6400" b="1" i="0">
                <a:solidFill>
                  <a:srgbClr val="F8CAAC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000" kern="0" spc="-1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Cartesian</a:t>
            </a:r>
            <a:r>
              <a:rPr lang="en-US" sz="2000" kern="0" spc="-5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</a:t>
            </a:r>
            <a:endParaRPr lang="en-US" sz="2000" kern="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4800" y="112081"/>
            <a:ext cx="213614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idx="1"/>
          </p:nvPr>
        </p:nvSpPr>
        <p:spPr>
          <a:xfrm>
            <a:off x="181610" y="515617"/>
            <a:ext cx="10358120" cy="279627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</a:t>
            </a: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the </a:t>
            </a:r>
            <a:r>
              <a:rPr sz="20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Cartesian Product </a:t>
            </a: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{ 2, 5 } and </a:t>
            </a:r>
            <a:r>
              <a:rPr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{ </a:t>
            </a:r>
            <a:r>
              <a:rPr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x, </a:t>
            </a:r>
            <a:r>
              <a:rPr sz="2000" spc="-114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y, </a:t>
            </a: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sz="2000" spc="17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}?</a:t>
            </a:r>
          </a:p>
          <a:p>
            <a:pPr>
              <a:lnSpc>
                <a:spcPct val="100000"/>
              </a:lnSpc>
            </a:pPr>
            <a:endParaRPr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3210" algn="ctr">
              <a:lnSpc>
                <a:spcPct val="100000"/>
              </a:lnSpc>
            </a:pPr>
            <a:r>
              <a:rPr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{ </a:t>
            </a:r>
            <a:r>
              <a:rPr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(2, x), (2, </a:t>
            </a: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y), </a:t>
            </a:r>
            <a:r>
              <a:rPr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(2, z), (5, x), (5, </a:t>
            </a: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y), </a:t>
            </a:r>
            <a:r>
              <a:rPr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(5, z)</a:t>
            </a:r>
            <a:r>
              <a:rPr sz="2000" spc="4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287020" algn="ctr">
              <a:lnSpc>
                <a:spcPct val="100000"/>
              </a:lnSpc>
              <a:spcBef>
                <a:spcPts val="625"/>
              </a:spcBef>
            </a:pPr>
            <a:r>
              <a:rPr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{ </a:t>
            </a:r>
            <a:r>
              <a:rPr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(x, </a:t>
            </a: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2), </a:t>
            </a:r>
            <a:r>
              <a:rPr sz="2000" spc="-7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(y, </a:t>
            </a: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2), </a:t>
            </a:r>
            <a:r>
              <a:rPr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(z, </a:t>
            </a: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2), </a:t>
            </a:r>
            <a:r>
              <a:rPr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(x, </a:t>
            </a: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5), </a:t>
            </a:r>
            <a:r>
              <a:rPr sz="2000" spc="-7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(y, </a:t>
            </a: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5), </a:t>
            </a:r>
            <a:r>
              <a:rPr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(z, </a:t>
            </a: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5)</a:t>
            </a:r>
            <a:r>
              <a:rPr sz="2000" spc="14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>
              <a:lnSpc>
                <a:spcPct val="100000"/>
              </a:lnSpc>
            </a:pPr>
            <a:endParaRPr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Note:</a:t>
            </a:r>
          </a:p>
          <a:p>
            <a:pPr marL="927100">
              <a:lnSpc>
                <a:spcPct val="100000"/>
              </a:lnSpc>
              <a:spcBef>
                <a:spcPts val="320"/>
              </a:spcBef>
              <a:tabLst>
                <a:tab pos="1966595" algn="l"/>
                <a:tab pos="2477135" algn="l"/>
              </a:tabLst>
            </a:pPr>
            <a:r>
              <a:rPr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2000" i="1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	</a:t>
            </a: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≠	</a:t>
            </a:r>
            <a:r>
              <a:rPr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sz="2000" spc="-1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="" xmlns:a16="http://schemas.microsoft.com/office/drawing/2014/main" id="{5B830818-6FCA-42BA-AD1E-E761F7AFB0F5}"/>
              </a:ext>
            </a:extLst>
          </p:cNvPr>
          <p:cNvSpPr txBox="1"/>
          <p:nvPr/>
        </p:nvSpPr>
        <p:spPr>
          <a:xfrm>
            <a:off x="304800" y="4385236"/>
            <a:ext cx="10111740" cy="2034916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{ John, </a:t>
            </a:r>
            <a:r>
              <a:rPr sz="20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Peter, </a:t>
            </a:r>
            <a:r>
              <a:rPr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Mike</a:t>
            </a:r>
            <a:r>
              <a:rPr sz="20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{ Jane, Ann, 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Laura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12700">
              <a:lnSpc>
                <a:spcPts val="3650"/>
              </a:lnSpc>
              <a:spcBef>
                <a:spcPts val="2700"/>
              </a:spcBef>
            </a:pP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{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(John,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Jane),(John,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Ann)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(John,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Laura), </a:t>
            </a:r>
            <a:r>
              <a:rPr sz="20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(Peter,</a:t>
            </a:r>
            <a:r>
              <a:rPr sz="20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Jane),</a:t>
            </a:r>
          </a:p>
          <a:p>
            <a:pPr marL="1456055" marR="617855">
              <a:lnSpc>
                <a:spcPts val="3460"/>
              </a:lnSpc>
              <a:spcBef>
                <a:spcPts val="240"/>
              </a:spcBef>
            </a:pPr>
            <a:r>
              <a:rPr sz="20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(Peter,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Ann)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0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(Peter,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Laura)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(Mike,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Jane) , 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(Mike, 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Ann)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(Mike,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Laura)</a:t>
            </a:r>
            <a:r>
              <a:rPr sz="20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5" name="object 3">
            <a:extLst>
              <a:ext uri="{FF2B5EF4-FFF2-40B4-BE49-F238E27FC236}">
                <a16:creationId xmlns="" xmlns:a16="http://schemas.microsoft.com/office/drawing/2014/main" id="{60D727FE-C460-4A35-8DD9-FA98761D176C}"/>
              </a:ext>
            </a:extLst>
          </p:cNvPr>
          <p:cNvSpPr txBox="1">
            <a:spLocks/>
          </p:cNvSpPr>
          <p:nvPr/>
        </p:nvSpPr>
        <p:spPr>
          <a:xfrm>
            <a:off x="310662" y="3981700"/>
            <a:ext cx="213614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6400" b="1" i="0">
                <a:solidFill>
                  <a:srgbClr val="F8CAAC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5E19DFDB-FDF7-4823-AA19-75EE2111AE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6172199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D929F523-A38C-4572-A97B-8CF4486EE8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0"/>
            <a:ext cx="6019800" cy="3733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AF6A8124-8986-42D1-ABC5-939501355F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9505" y="3838276"/>
            <a:ext cx="5592493" cy="3019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6318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27137B29-48E6-461A-A666-8B513E31E03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494393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1FEA8257-6223-43AB-9E60-BEFB62A626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8206"/>
            <a:ext cx="5562600" cy="6849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0695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88258" y="2828366"/>
            <a:ext cx="5016500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>
                <a:solidFill>
                  <a:schemeClr val="tx1"/>
                </a:solidFill>
              </a:rPr>
              <a:t>Set</a:t>
            </a:r>
            <a:r>
              <a:rPr spc="-70" dirty="0">
                <a:solidFill>
                  <a:schemeClr val="tx1"/>
                </a:solidFill>
              </a:rPr>
              <a:t> </a:t>
            </a:r>
            <a:r>
              <a:rPr spc="-25" dirty="0">
                <a:solidFill>
                  <a:schemeClr val="tx1"/>
                </a:solidFill>
              </a:rPr>
              <a:t>Operations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7146" y="1126539"/>
            <a:ext cx="10358755" cy="118301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  <a:r>
              <a:rPr sz="20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algn="just">
              <a:lnSpc>
                <a:spcPct val="90000"/>
              </a:lnSpc>
            </a:pP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sets.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000" b="1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union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sets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denoted by 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U </a:t>
            </a:r>
            <a:r>
              <a:rPr sz="2000" i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B,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those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elements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either  in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sz="2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76834" y="738351"/>
            <a:ext cx="155575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Union</a:t>
            </a:r>
          </a:p>
        </p:txBody>
      </p:sp>
      <p:sp>
        <p:nvSpPr>
          <p:cNvPr id="4" name="object 2">
            <a:extLst>
              <a:ext uri="{FF2B5EF4-FFF2-40B4-BE49-F238E27FC236}">
                <a16:creationId xmlns="" xmlns:a16="http://schemas.microsoft.com/office/drawing/2014/main" id="{693CD46A-B4E3-4F0B-8B9B-9A170CFE6D3A}"/>
              </a:ext>
            </a:extLst>
          </p:cNvPr>
          <p:cNvSpPr/>
          <p:nvPr/>
        </p:nvSpPr>
        <p:spPr>
          <a:xfrm>
            <a:off x="685547" y="2536140"/>
            <a:ext cx="6223000" cy="4183379"/>
          </a:xfrm>
          <a:custGeom>
            <a:avLst/>
            <a:gdLst/>
            <a:ahLst/>
            <a:cxnLst/>
            <a:rect l="l" t="t" r="r" b="b"/>
            <a:pathLst>
              <a:path w="6223000" h="4183379">
                <a:moveTo>
                  <a:pt x="0" y="4183379"/>
                </a:moveTo>
                <a:lnTo>
                  <a:pt x="6222492" y="4183379"/>
                </a:lnTo>
                <a:lnTo>
                  <a:pt x="6222492" y="0"/>
                </a:lnTo>
                <a:lnTo>
                  <a:pt x="0" y="0"/>
                </a:lnTo>
                <a:lnTo>
                  <a:pt x="0" y="4183379"/>
                </a:lnTo>
                <a:close/>
              </a:path>
            </a:pathLst>
          </a:custGeom>
          <a:ln w="38100">
            <a:solidFill>
              <a:srgbClr val="FFD966"/>
            </a:solidFill>
          </a:ln>
        </p:spPr>
        <p:txBody>
          <a:bodyPr wrap="square" lIns="0" tIns="0" rIns="0" bIns="0" rtlCol="0"/>
          <a:lstStyle/>
          <a:p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="" xmlns:a16="http://schemas.microsoft.com/office/drawing/2014/main" id="{873C8ED9-6DFC-4A4A-8DAA-E8D6F2183281}"/>
              </a:ext>
            </a:extLst>
          </p:cNvPr>
          <p:cNvSpPr txBox="1"/>
          <p:nvPr/>
        </p:nvSpPr>
        <p:spPr>
          <a:xfrm>
            <a:off x="776834" y="2493975"/>
            <a:ext cx="278765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object 5">
            <a:extLst>
              <a:ext uri="{FF2B5EF4-FFF2-40B4-BE49-F238E27FC236}">
                <a16:creationId xmlns="" xmlns:a16="http://schemas.microsoft.com/office/drawing/2014/main" id="{D08EC0AC-3137-45B4-91A8-C7047D35A5F6}"/>
              </a:ext>
            </a:extLst>
          </p:cNvPr>
          <p:cNvGrpSpPr/>
          <p:nvPr/>
        </p:nvGrpSpPr>
        <p:grpSpPr>
          <a:xfrm>
            <a:off x="1008166" y="2804159"/>
            <a:ext cx="5231765" cy="3221355"/>
            <a:chOff x="934505" y="2004617"/>
            <a:chExt cx="5231765" cy="3221355"/>
          </a:xfrm>
        </p:grpSpPr>
        <p:sp>
          <p:nvSpPr>
            <p:cNvPr id="8" name="object 6">
              <a:extLst>
                <a:ext uri="{FF2B5EF4-FFF2-40B4-BE49-F238E27FC236}">
                  <a16:creationId xmlns="" xmlns:a16="http://schemas.microsoft.com/office/drawing/2014/main" id="{E10EE6C6-EC40-4B24-BEF7-E18A4AB21DB1}"/>
                </a:ext>
              </a:extLst>
            </p:cNvPr>
            <p:cNvSpPr/>
            <p:nvPr/>
          </p:nvSpPr>
          <p:spPr>
            <a:xfrm>
              <a:off x="953555" y="2023667"/>
              <a:ext cx="4050665" cy="3183255"/>
            </a:xfrm>
            <a:custGeom>
              <a:avLst/>
              <a:gdLst/>
              <a:ahLst/>
              <a:cxnLst/>
              <a:rect l="l" t="t" r="r" b="b"/>
              <a:pathLst>
                <a:path w="4050665" h="3183254">
                  <a:moveTo>
                    <a:pt x="46391" y="1019379"/>
                  </a:moveTo>
                  <a:lnTo>
                    <a:pt x="58512" y="980028"/>
                  </a:lnTo>
                  <a:lnTo>
                    <a:pt x="71925" y="941327"/>
                  </a:lnTo>
                  <a:lnTo>
                    <a:pt x="86610" y="903284"/>
                  </a:lnTo>
                  <a:lnTo>
                    <a:pt x="102545" y="865907"/>
                  </a:lnTo>
                  <a:lnTo>
                    <a:pt x="119709" y="829203"/>
                  </a:lnTo>
                  <a:lnTo>
                    <a:pt x="138083" y="793181"/>
                  </a:lnTo>
                  <a:lnTo>
                    <a:pt x="157644" y="757848"/>
                  </a:lnTo>
                  <a:lnTo>
                    <a:pt x="178373" y="723212"/>
                  </a:lnTo>
                  <a:lnTo>
                    <a:pt x="200248" y="689282"/>
                  </a:lnTo>
                  <a:lnTo>
                    <a:pt x="223249" y="656064"/>
                  </a:lnTo>
                  <a:lnTo>
                    <a:pt x="247355" y="623567"/>
                  </a:lnTo>
                  <a:lnTo>
                    <a:pt x="272544" y="591799"/>
                  </a:lnTo>
                  <a:lnTo>
                    <a:pt x="298797" y="560768"/>
                  </a:lnTo>
                  <a:lnTo>
                    <a:pt x="326092" y="530482"/>
                  </a:lnTo>
                  <a:lnTo>
                    <a:pt x="354409" y="500947"/>
                  </a:lnTo>
                  <a:lnTo>
                    <a:pt x="383727" y="472173"/>
                  </a:lnTo>
                  <a:lnTo>
                    <a:pt x="414025" y="444167"/>
                  </a:lnTo>
                  <a:lnTo>
                    <a:pt x="445281" y="416938"/>
                  </a:lnTo>
                  <a:lnTo>
                    <a:pt x="477477" y="390492"/>
                  </a:lnTo>
                  <a:lnTo>
                    <a:pt x="510590" y="364838"/>
                  </a:lnTo>
                  <a:lnTo>
                    <a:pt x="544599" y="339983"/>
                  </a:lnTo>
                  <a:lnTo>
                    <a:pt x="579485" y="315937"/>
                  </a:lnTo>
                  <a:lnTo>
                    <a:pt x="615226" y="292705"/>
                  </a:lnTo>
                  <a:lnTo>
                    <a:pt x="651801" y="270297"/>
                  </a:lnTo>
                  <a:lnTo>
                    <a:pt x="689190" y="248721"/>
                  </a:lnTo>
                  <a:lnTo>
                    <a:pt x="727371" y="227983"/>
                  </a:lnTo>
                  <a:lnTo>
                    <a:pt x="766324" y="208092"/>
                  </a:lnTo>
                  <a:lnTo>
                    <a:pt x="806029" y="189057"/>
                  </a:lnTo>
                  <a:lnTo>
                    <a:pt x="846464" y="170884"/>
                  </a:lnTo>
                  <a:lnTo>
                    <a:pt x="887608" y="153581"/>
                  </a:lnTo>
                  <a:lnTo>
                    <a:pt x="929441" y="137157"/>
                  </a:lnTo>
                  <a:lnTo>
                    <a:pt x="971942" y="121620"/>
                  </a:lnTo>
                  <a:lnTo>
                    <a:pt x="1015090" y="106976"/>
                  </a:lnTo>
                  <a:lnTo>
                    <a:pt x="1058865" y="93235"/>
                  </a:lnTo>
                  <a:lnTo>
                    <a:pt x="1103245" y="80404"/>
                  </a:lnTo>
                  <a:lnTo>
                    <a:pt x="1148210" y="68491"/>
                  </a:lnTo>
                  <a:lnTo>
                    <a:pt x="1193738" y="57504"/>
                  </a:lnTo>
                  <a:lnTo>
                    <a:pt x="1239810" y="47450"/>
                  </a:lnTo>
                  <a:lnTo>
                    <a:pt x="1286404" y="38338"/>
                  </a:lnTo>
                  <a:lnTo>
                    <a:pt x="1333499" y="30175"/>
                  </a:lnTo>
                  <a:lnTo>
                    <a:pt x="1381075" y="22970"/>
                  </a:lnTo>
                  <a:lnTo>
                    <a:pt x="1429111" y="16730"/>
                  </a:lnTo>
                  <a:lnTo>
                    <a:pt x="1477586" y="11463"/>
                  </a:lnTo>
                  <a:lnTo>
                    <a:pt x="1526479" y="7177"/>
                  </a:lnTo>
                  <a:lnTo>
                    <a:pt x="1575770" y="3879"/>
                  </a:lnTo>
                  <a:lnTo>
                    <a:pt x="1625438" y="1579"/>
                  </a:lnTo>
                  <a:lnTo>
                    <a:pt x="1675461" y="283"/>
                  </a:lnTo>
                  <a:lnTo>
                    <a:pt x="1725819" y="0"/>
                  </a:lnTo>
                  <a:lnTo>
                    <a:pt x="1776491" y="736"/>
                  </a:lnTo>
                  <a:lnTo>
                    <a:pt x="1827457" y="2502"/>
                  </a:lnTo>
                  <a:lnTo>
                    <a:pt x="1878696" y="5303"/>
                  </a:lnTo>
                  <a:lnTo>
                    <a:pt x="1930186" y="9148"/>
                  </a:lnTo>
                  <a:lnTo>
                    <a:pt x="1981908" y="14046"/>
                  </a:lnTo>
                  <a:lnTo>
                    <a:pt x="2033839" y="20003"/>
                  </a:lnTo>
                  <a:lnTo>
                    <a:pt x="2085960" y="27027"/>
                  </a:lnTo>
                  <a:lnTo>
                    <a:pt x="2138250" y="35128"/>
                  </a:lnTo>
                  <a:lnTo>
                    <a:pt x="2190687" y="44311"/>
                  </a:lnTo>
                  <a:lnTo>
                    <a:pt x="2243251" y="54586"/>
                  </a:lnTo>
                  <a:lnTo>
                    <a:pt x="2295922" y="65960"/>
                  </a:lnTo>
                  <a:lnTo>
                    <a:pt x="2348677" y="78441"/>
                  </a:lnTo>
                  <a:lnTo>
                    <a:pt x="2401498" y="92038"/>
                  </a:lnTo>
                  <a:lnTo>
                    <a:pt x="2454362" y="106757"/>
                  </a:lnTo>
                  <a:lnTo>
                    <a:pt x="2506934" y="122515"/>
                  </a:lnTo>
                  <a:lnTo>
                    <a:pt x="2558869" y="139199"/>
                  </a:lnTo>
                  <a:lnTo>
                    <a:pt x="2610154" y="156792"/>
                  </a:lnTo>
                  <a:lnTo>
                    <a:pt x="2660776" y="175276"/>
                  </a:lnTo>
                  <a:lnTo>
                    <a:pt x="2710722" y="194632"/>
                  </a:lnTo>
                  <a:lnTo>
                    <a:pt x="2759977" y="214844"/>
                  </a:lnTo>
                  <a:lnTo>
                    <a:pt x="2808529" y="235893"/>
                  </a:lnTo>
                  <a:lnTo>
                    <a:pt x="2856365" y="257761"/>
                  </a:lnTo>
                  <a:lnTo>
                    <a:pt x="2903470" y="280432"/>
                  </a:lnTo>
                  <a:lnTo>
                    <a:pt x="2949832" y="303886"/>
                  </a:lnTo>
                  <a:lnTo>
                    <a:pt x="2995437" y="328107"/>
                  </a:lnTo>
                  <a:lnTo>
                    <a:pt x="3040272" y="353077"/>
                  </a:lnTo>
                  <a:lnTo>
                    <a:pt x="3084323" y="378777"/>
                  </a:lnTo>
                  <a:lnTo>
                    <a:pt x="3127577" y="405190"/>
                  </a:lnTo>
                  <a:lnTo>
                    <a:pt x="3170021" y="432299"/>
                  </a:lnTo>
                  <a:lnTo>
                    <a:pt x="3211640" y="460085"/>
                  </a:lnTo>
                  <a:lnTo>
                    <a:pt x="3252423" y="488531"/>
                  </a:lnTo>
                  <a:lnTo>
                    <a:pt x="3292355" y="517619"/>
                  </a:lnTo>
                  <a:lnTo>
                    <a:pt x="3331423" y="547331"/>
                  </a:lnTo>
                  <a:lnTo>
                    <a:pt x="3369614" y="577650"/>
                  </a:lnTo>
                  <a:lnTo>
                    <a:pt x="3406914" y="608557"/>
                  </a:lnTo>
                  <a:lnTo>
                    <a:pt x="3443310" y="640035"/>
                  </a:lnTo>
                  <a:lnTo>
                    <a:pt x="3478789" y="672066"/>
                  </a:lnTo>
                  <a:lnTo>
                    <a:pt x="3513336" y="704633"/>
                  </a:lnTo>
                  <a:lnTo>
                    <a:pt x="3546940" y="737718"/>
                  </a:lnTo>
                  <a:lnTo>
                    <a:pt x="3579586" y="771302"/>
                  </a:lnTo>
                  <a:lnTo>
                    <a:pt x="3611260" y="805368"/>
                  </a:lnTo>
                  <a:lnTo>
                    <a:pt x="3641951" y="839899"/>
                  </a:lnTo>
                  <a:lnTo>
                    <a:pt x="3671643" y="874876"/>
                  </a:lnTo>
                  <a:lnTo>
                    <a:pt x="3700325" y="910282"/>
                  </a:lnTo>
                  <a:lnTo>
                    <a:pt x="3727982" y="946100"/>
                  </a:lnTo>
                  <a:lnTo>
                    <a:pt x="3754600" y="982310"/>
                  </a:lnTo>
                  <a:lnTo>
                    <a:pt x="3780168" y="1018896"/>
                  </a:lnTo>
                  <a:lnTo>
                    <a:pt x="3804671" y="1055840"/>
                  </a:lnTo>
                  <a:lnTo>
                    <a:pt x="3828096" y="1093124"/>
                  </a:lnTo>
                  <a:lnTo>
                    <a:pt x="3850429" y="1130730"/>
                  </a:lnTo>
                  <a:lnTo>
                    <a:pt x="3871657" y="1168640"/>
                  </a:lnTo>
                  <a:lnTo>
                    <a:pt x="3891768" y="1206837"/>
                  </a:lnTo>
                  <a:lnTo>
                    <a:pt x="3910746" y="1245303"/>
                  </a:lnTo>
                  <a:lnTo>
                    <a:pt x="3928580" y="1284021"/>
                  </a:lnTo>
                  <a:lnTo>
                    <a:pt x="3945255" y="1322971"/>
                  </a:lnTo>
                  <a:lnTo>
                    <a:pt x="3960759" y="1362138"/>
                  </a:lnTo>
                  <a:lnTo>
                    <a:pt x="3975077" y="1401502"/>
                  </a:lnTo>
                  <a:lnTo>
                    <a:pt x="3988196" y="1441046"/>
                  </a:lnTo>
                  <a:lnTo>
                    <a:pt x="4000104" y="1480753"/>
                  </a:lnTo>
                  <a:lnTo>
                    <a:pt x="4010787" y="1520604"/>
                  </a:lnTo>
                  <a:lnTo>
                    <a:pt x="4020231" y="1560582"/>
                  </a:lnTo>
                  <a:lnTo>
                    <a:pt x="4028422" y="1600670"/>
                  </a:lnTo>
                  <a:lnTo>
                    <a:pt x="4035348" y="1640848"/>
                  </a:lnTo>
                  <a:lnTo>
                    <a:pt x="4040996" y="1681100"/>
                  </a:lnTo>
                  <a:lnTo>
                    <a:pt x="4045351" y="1721408"/>
                  </a:lnTo>
                  <a:lnTo>
                    <a:pt x="4048401" y="1761754"/>
                  </a:lnTo>
                  <a:lnTo>
                    <a:pt x="4050131" y="1802120"/>
                  </a:lnTo>
                  <a:lnTo>
                    <a:pt x="4050529" y="1842488"/>
                  </a:lnTo>
                  <a:lnTo>
                    <a:pt x="4049582" y="1882842"/>
                  </a:lnTo>
                  <a:lnTo>
                    <a:pt x="4047275" y="1923162"/>
                  </a:lnTo>
                  <a:lnTo>
                    <a:pt x="4043596" y="1963431"/>
                  </a:lnTo>
                  <a:lnTo>
                    <a:pt x="4038531" y="2003632"/>
                  </a:lnTo>
                  <a:lnTo>
                    <a:pt x="4032066" y="2043747"/>
                  </a:lnTo>
                  <a:lnTo>
                    <a:pt x="4024189" y="2083757"/>
                  </a:lnTo>
                  <a:lnTo>
                    <a:pt x="4014886" y="2123646"/>
                  </a:lnTo>
                  <a:lnTo>
                    <a:pt x="4004143" y="2163395"/>
                  </a:lnTo>
                  <a:lnTo>
                    <a:pt x="3992023" y="2202745"/>
                  </a:lnTo>
                  <a:lnTo>
                    <a:pt x="3978611" y="2241446"/>
                  </a:lnTo>
                  <a:lnTo>
                    <a:pt x="3963928" y="2279489"/>
                  </a:lnTo>
                  <a:lnTo>
                    <a:pt x="3947994" y="2316867"/>
                  </a:lnTo>
                  <a:lnTo>
                    <a:pt x="3930831" y="2353570"/>
                  </a:lnTo>
                  <a:lnTo>
                    <a:pt x="3912459" y="2389593"/>
                  </a:lnTo>
                  <a:lnTo>
                    <a:pt x="3892898" y="2424925"/>
                  </a:lnTo>
                  <a:lnTo>
                    <a:pt x="3872171" y="2459561"/>
                  </a:lnTo>
                  <a:lnTo>
                    <a:pt x="3850297" y="2493492"/>
                  </a:lnTo>
                  <a:lnTo>
                    <a:pt x="3827297" y="2526709"/>
                  </a:lnTo>
                  <a:lnTo>
                    <a:pt x="3803192" y="2559206"/>
                  </a:lnTo>
                  <a:lnTo>
                    <a:pt x="3778004" y="2590974"/>
                  </a:lnTo>
                  <a:lnTo>
                    <a:pt x="3751752" y="2622005"/>
                  </a:lnTo>
                  <a:lnTo>
                    <a:pt x="3724457" y="2652292"/>
                  </a:lnTo>
                  <a:lnTo>
                    <a:pt x="3696141" y="2681826"/>
                  </a:lnTo>
                  <a:lnTo>
                    <a:pt x="3666824" y="2710600"/>
                  </a:lnTo>
                  <a:lnTo>
                    <a:pt x="3636527" y="2738606"/>
                  </a:lnTo>
                  <a:lnTo>
                    <a:pt x="3605271" y="2765835"/>
                  </a:lnTo>
                  <a:lnTo>
                    <a:pt x="3573076" y="2792281"/>
                  </a:lnTo>
                  <a:lnTo>
                    <a:pt x="3539964" y="2817935"/>
                  </a:lnTo>
                  <a:lnTo>
                    <a:pt x="3505955" y="2842790"/>
                  </a:lnTo>
                  <a:lnTo>
                    <a:pt x="3471070" y="2866836"/>
                  </a:lnTo>
                  <a:lnTo>
                    <a:pt x="3435329" y="2890068"/>
                  </a:lnTo>
                  <a:lnTo>
                    <a:pt x="3398754" y="2912476"/>
                  </a:lnTo>
                  <a:lnTo>
                    <a:pt x="3361366" y="2934052"/>
                  </a:lnTo>
                  <a:lnTo>
                    <a:pt x="3323184" y="2954790"/>
                  </a:lnTo>
                  <a:lnTo>
                    <a:pt x="3284231" y="2974681"/>
                  </a:lnTo>
                  <a:lnTo>
                    <a:pt x="3244526" y="2993717"/>
                  </a:lnTo>
                  <a:lnTo>
                    <a:pt x="3204091" y="3011890"/>
                  </a:lnTo>
                  <a:lnTo>
                    <a:pt x="3162946" y="3029192"/>
                  </a:lnTo>
                  <a:lnTo>
                    <a:pt x="3121112" y="3045616"/>
                  </a:lnTo>
                  <a:lnTo>
                    <a:pt x="3078610" y="3061153"/>
                  </a:lnTo>
                  <a:lnTo>
                    <a:pt x="3035461" y="3075797"/>
                  </a:lnTo>
                  <a:lnTo>
                    <a:pt x="2991686" y="3089538"/>
                  </a:lnTo>
                  <a:lnTo>
                    <a:pt x="2947305" y="3102369"/>
                  </a:lnTo>
                  <a:lnTo>
                    <a:pt x="2902339" y="3114282"/>
                  </a:lnTo>
                  <a:lnTo>
                    <a:pt x="2856809" y="3125269"/>
                  </a:lnTo>
                  <a:lnTo>
                    <a:pt x="2810736" y="3135323"/>
                  </a:lnTo>
                  <a:lnTo>
                    <a:pt x="2764141" y="3144435"/>
                  </a:lnTo>
                  <a:lnTo>
                    <a:pt x="2717043" y="3152598"/>
                  </a:lnTo>
                  <a:lnTo>
                    <a:pt x="2669465" y="3159803"/>
                  </a:lnTo>
                  <a:lnTo>
                    <a:pt x="2621427" y="3166043"/>
                  </a:lnTo>
                  <a:lnTo>
                    <a:pt x="2572950" y="3171310"/>
                  </a:lnTo>
                  <a:lnTo>
                    <a:pt x="2524054" y="3175596"/>
                  </a:lnTo>
                  <a:lnTo>
                    <a:pt x="2474761" y="3178894"/>
                  </a:lnTo>
                  <a:lnTo>
                    <a:pt x="2425091" y="3181194"/>
                  </a:lnTo>
                  <a:lnTo>
                    <a:pt x="2375065" y="3182490"/>
                  </a:lnTo>
                  <a:lnTo>
                    <a:pt x="2324704" y="3182774"/>
                  </a:lnTo>
                  <a:lnTo>
                    <a:pt x="2274028" y="3182037"/>
                  </a:lnTo>
                  <a:lnTo>
                    <a:pt x="2223058" y="3180271"/>
                  </a:lnTo>
                  <a:lnTo>
                    <a:pt x="2171816" y="3177470"/>
                  </a:lnTo>
                  <a:lnTo>
                    <a:pt x="2120322" y="3173625"/>
                  </a:lnTo>
                  <a:lnTo>
                    <a:pt x="2068597" y="3168728"/>
                  </a:lnTo>
                  <a:lnTo>
                    <a:pt x="2016661" y="3162771"/>
                  </a:lnTo>
                  <a:lnTo>
                    <a:pt x="1964535" y="3155746"/>
                  </a:lnTo>
                  <a:lnTo>
                    <a:pt x="1912241" y="3147646"/>
                  </a:lnTo>
                  <a:lnTo>
                    <a:pt x="1859799" y="3138462"/>
                  </a:lnTo>
                  <a:lnTo>
                    <a:pt x="1807230" y="3128187"/>
                  </a:lnTo>
                  <a:lnTo>
                    <a:pt x="1754554" y="3116813"/>
                  </a:lnTo>
                  <a:lnTo>
                    <a:pt x="1701792" y="3104332"/>
                  </a:lnTo>
                  <a:lnTo>
                    <a:pt x="1648966" y="3090736"/>
                  </a:lnTo>
                  <a:lnTo>
                    <a:pt x="1596096" y="3076017"/>
                  </a:lnTo>
                  <a:lnTo>
                    <a:pt x="1543531" y="3060258"/>
                  </a:lnTo>
                  <a:lnTo>
                    <a:pt x="1491601" y="3043574"/>
                  </a:lnTo>
                  <a:lnTo>
                    <a:pt x="1440321" y="3025981"/>
                  </a:lnTo>
                  <a:lnTo>
                    <a:pt x="1389704" y="3007498"/>
                  </a:lnTo>
                  <a:lnTo>
                    <a:pt x="1339764" y="2988141"/>
                  </a:lnTo>
                  <a:lnTo>
                    <a:pt x="1290512" y="2967930"/>
                  </a:lnTo>
                  <a:lnTo>
                    <a:pt x="1241965" y="2946881"/>
                  </a:lnTo>
                  <a:lnTo>
                    <a:pt x="1194133" y="2925012"/>
                  </a:lnTo>
                  <a:lnTo>
                    <a:pt x="1147031" y="2902341"/>
                  </a:lnTo>
                  <a:lnTo>
                    <a:pt x="1100673" y="2878887"/>
                  </a:lnTo>
                  <a:lnTo>
                    <a:pt x="1055071" y="2854666"/>
                  </a:lnTo>
                  <a:lnTo>
                    <a:pt x="1010239" y="2829696"/>
                  </a:lnTo>
                  <a:lnTo>
                    <a:pt x="966191" y="2803996"/>
                  </a:lnTo>
                  <a:lnTo>
                    <a:pt x="922940" y="2777583"/>
                  </a:lnTo>
                  <a:lnTo>
                    <a:pt x="880498" y="2750474"/>
                  </a:lnTo>
                  <a:lnTo>
                    <a:pt x="838881" y="2722688"/>
                  </a:lnTo>
                  <a:lnTo>
                    <a:pt x="798100" y="2694242"/>
                  </a:lnTo>
                  <a:lnTo>
                    <a:pt x="758170" y="2665154"/>
                  </a:lnTo>
                  <a:lnTo>
                    <a:pt x="719103" y="2635442"/>
                  </a:lnTo>
                  <a:lnTo>
                    <a:pt x="680914" y="2605124"/>
                  </a:lnTo>
                  <a:lnTo>
                    <a:pt x="643615" y="2574216"/>
                  </a:lnTo>
                  <a:lnTo>
                    <a:pt x="607220" y="2542738"/>
                  </a:lnTo>
                  <a:lnTo>
                    <a:pt x="571742" y="2510707"/>
                  </a:lnTo>
                  <a:lnTo>
                    <a:pt x="537195" y="2478140"/>
                  </a:lnTo>
                  <a:lnTo>
                    <a:pt x="503593" y="2445056"/>
                  </a:lnTo>
                  <a:lnTo>
                    <a:pt x="470948" y="2411471"/>
                  </a:lnTo>
                  <a:lnTo>
                    <a:pt x="439273" y="2377405"/>
                  </a:lnTo>
                  <a:lnTo>
                    <a:pt x="408583" y="2342874"/>
                  </a:lnTo>
                  <a:lnTo>
                    <a:pt x="378891" y="2307897"/>
                  </a:lnTo>
                  <a:lnTo>
                    <a:pt x="350210" y="2272491"/>
                  </a:lnTo>
                  <a:lnTo>
                    <a:pt x="322553" y="2236674"/>
                  </a:lnTo>
                  <a:lnTo>
                    <a:pt x="295934" y="2200463"/>
                  </a:lnTo>
                  <a:lnTo>
                    <a:pt x="270366" y="2163877"/>
                  </a:lnTo>
                  <a:lnTo>
                    <a:pt x="245863" y="2126933"/>
                  </a:lnTo>
                  <a:lnTo>
                    <a:pt x="222438" y="2089650"/>
                  </a:lnTo>
                  <a:lnTo>
                    <a:pt x="200104" y="2052044"/>
                  </a:lnTo>
                  <a:lnTo>
                    <a:pt x="178876" y="2014133"/>
                  </a:lnTo>
                  <a:lnTo>
                    <a:pt x="158765" y="1975936"/>
                  </a:lnTo>
                  <a:lnTo>
                    <a:pt x="139786" y="1937470"/>
                  </a:lnTo>
                  <a:lnTo>
                    <a:pt x="121952" y="1898753"/>
                  </a:lnTo>
                  <a:lnTo>
                    <a:pt x="105277" y="1859802"/>
                  </a:lnTo>
                  <a:lnTo>
                    <a:pt x="89773" y="1820635"/>
                  </a:lnTo>
                  <a:lnTo>
                    <a:pt x="75454" y="1781271"/>
                  </a:lnTo>
                  <a:lnTo>
                    <a:pt x="62334" y="1741727"/>
                  </a:lnTo>
                  <a:lnTo>
                    <a:pt x="50426" y="1702020"/>
                  </a:lnTo>
                  <a:lnTo>
                    <a:pt x="39743" y="1662169"/>
                  </a:lnTo>
                  <a:lnTo>
                    <a:pt x="30299" y="1622191"/>
                  </a:lnTo>
                  <a:lnTo>
                    <a:pt x="22107" y="1582103"/>
                  </a:lnTo>
                  <a:lnTo>
                    <a:pt x="15180" y="1541925"/>
                  </a:lnTo>
                  <a:lnTo>
                    <a:pt x="9533" y="1501673"/>
                  </a:lnTo>
                  <a:lnTo>
                    <a:pt x="5178" y="1461365"/>
                  </a:lnTo>
                  <a:lnTo>
                    <a:pt x="2128" y="1421019"/>
                  </a:lnTo>
                  <a:lnTo>
                    <a:pt x="398" y="1380653"/>
                  </a:lnTo>
                  <a:lnTo>
                    <a:pt x="0" y="1340285"/>
                  </a:lnTo>
                  <a:lnTo>
                    <a:pt x="947" y="1299931"/>
                  </a:lnTo>
                  <a:lnTo>
                    <a:pt x="3254" y="1259611"/>
                  </a:lnTo>
                  <a:lnTo>
                    <a:pt x="6934" y="1219342"/>
                  </a:lnTo>
                  <a:lnTo>
                    <a:pt x="12000" y="1179141"/>
                  </a:lnTo>
                  <a:lnTo>
                    <a:pt x="18465" y="1139026"/>
                  </a:lnTo>
                  <a:lnTo>
                    <a:pt x="26343" y="1099016"/>
                  </a:lnTo>
                  <a:lnTo>
                    <a:pt x="35647" y="1059127"/>
                  </a:lnTo>
                  <a:lnTo>
                    <a:pt x="46391" y="1019379"/>
                  </a:lnTo>
                  <a:close/>
                </a:path>
              </a:pathLst>
            </a:custGeom>
            <a:ln w="38100">
              <a:solidFill>
                <a:srgbClr val="FFD966"/>
              </a:solidFill>
            </a:ln>
          </p:spPr>
          <p:txBody>
            <a:bodyPr wrap="square" lIns="0" tIns="0" rIns="0" bIns="0" rtlCol="0"/>
            <a:lstStyle/>
            <a:p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object 7">
              <a:extLst>
                <a:ext uri="{FF2B5EF4-FFF2-40B4-BE49-F238E27FC236}">
                  <a16:creationId xmlns="" xmlns:a16="http://schemas.microsoft.com/office/drawing/2014/main" id="{A70A6016-3708-481C-8C53-F30EA289CA4E}"/>
                </a:ext>
              </a:extLst>
            </p:cNvPr>
            <p:cNvSpPr/>
            <p:nvPr/>
          </p:nvSpPr>
          <p:spPr>
            <a:xfrm>
              <a:off x="3410712" y="2415539"/>
              <a:ext cx="2755900" cy="2522220"/>
            </a:xfrm>
            <a:custGeom>
              <a:avLst/>
              <a:gdLst/>
              <a:ahLst/>
              <a:cxnLst/>
              <a:rect l="l" t="t" r="r" b="b"/>
              <a:pathLst>
                <a:path w="2755900" h="2522220">
                  <a:moveTo>
                    <a:pt x="359664" y="1981962"/>
                  </a:moveTo>
                  <a:lnTo>
                    <a:pt x="353237" y="1933968"/>
                  </a:lnTo>
                  <a:lnTo>
                    <a:pt x="335102" y="1890839"/>
                  </a:lnTo>
                  <a:lnTo>
                    <a:pt x="306984" y="1854288"/>
                  </a:lnTo>
                  <a:lnTo>
                    <a:pt x="270586" y="1826044"/>
                  </a:lnTo>
                  <a:lnTo>
                    <a:pt x="227634" y="1807832"/>
                  </a:lnTo>
                  <a:lnTo>
                    <a:pt x="179832" y="1801368"/>
                  </a:lnTo>
                  <a:lnTo>
                    <a:pt x="132016" y="1807832"/>
                  </a:lnTo>
                  <a:lnTo>
                    <a:pt x="89065" y="1826044"/>
                  </a:lnTo>
                  <a:lnTo>
                    <a:pt x="52666" y="1854288"/>
                  </a:lnTo>
                  <a:lnTo>
                    <a:pt x="24549" y="1890839"/>
                  </a:lnTo>
                  <a:lnTo>
                    <a:pt x="6413" y="1933968"/>
                  </a:lnTo>
                  <a:lnTo>
                    <a:pt x="0" y="1981962"/>
                  </a:lnTo>
                  <a:lnTo>
                    <a:pt x="6413" y="2029968"/>
                  </a:lnTo>
                  <a:lnTo>
                    <a:pt x="24549" y="2073097"/>
                  </a:lnTo>
                  <a:lnTo>
                    <a:pt x="52666" y="2109647"/>
                  </a:lnTo>
                  <a:lnTo>
                    <a:pt x="89065" y="2137892"/>
                  </a:lnTo>
                  <a:lnTo>
                    <a:pt x="132016" y="2156104"/>
                  </a:lnTo>
                  <a:lnTo>
                    <a:pt x="179832" y="2162556"/>
                  </a:lnTo>
                  <a:lnTo>
                    <a:pt x="227634" y="2156104"/>
                  </a:lnTo>
                  <a:lnTo>
                    <a:pt x="270586" y="2137892"/>
                  </a:lnTo>
                  <a:lnTo>
                    <a:pt x="306984" y="2109647"/>
                  </a:lnTo>
                  <a:lnTo>
                    <a:pt x="335102" y="2073097"/>
                  </a:lnTo>
                  <a:lnTo>
                    <a:pt x="353237" y="2029968"/>
                  </a:lnTo>
                  <a:lnTo>
                    <a:pt x="359664" y="1981962"/>
                  </a:lnTo>
                  <a:close/>
                </a:path>
                <a:path w="2755900" h="2522220">
                  <a:moveTo>
                    <a:pt x="1485900" y="1470660"/>
                  </a:moveTo>
                  <a:lnTo>
                    <a:pt x="1479473" y="1422857"/>
                  </a:lnTo>
                  <a:lnTo>
                    <a:pt x="1461338" y="1379905"/>
                  </a:lnTo>
                  <a:lnTo>
                    <a:pt x="1433220" y="1343507"/>
                  </a:lnTo>
                  <a:lnTo>
                    <a:pt x="1396822" y="1315389"/>
                  </a:lnTo>
                  <a:lnTo>
                    <a:pt x="1353870" y="1297254"/>
                  </a:lnTo>
                  <a:lnTo>
                    <a:pt x="1306068" y="1290828"/>
                  </a:lnTo>
                  <a:lnTo>
                    <a:pt x="1258252" y="1297254"/>
                  </a:lnTo>
                  <a:lnTo>
                    <a:pt x="1215301" y="1315389"/>
                  </a:lnTo>
                  <a:lnTo>
                    <a:pt x="1178902" y="1343507"/>
                  </a:lnTo>
                  <a:lnTo>
                    <a:pt x="1150785" y="1379905"/>
                  </a:lnTo>
                  <a:lnTo>
                    <a:pt x="1132649" y="1422857"/>
                  </a:lnTo>
                  <a:lnTo>
                    <a:pt x="1126236" y="1470660"/>
                  </a:lnTo>
                  <a:lnTo>
                    <a:pt x="1132649" y="1518475"/>
                  </a:lnTo>
                  <a:lnTo>
                    <a:pt x="1150785" y="1561426"/>
                  </a:lnTo>
                  <a:lnTo>
                    <a:pt x="1178902" y="1597825"/>
                  </a:lnTo>
                  <a:lnTo>
                    <a:pt x="1215301" y="1625942"/>
                  </a:lnTo>
                  <a:lnTo>
                    <a:pt x="1258252" y="1644078"/>
                  </a:lnTo>
                  <a:lnTo>
                    <a:pt x="1306068" y="1650492"/>
                  </a:lnTo>
                  <a:lnTo>
                    <a:pt x="1353870" y="1644078"/>
                  </a:lnTo>
                  <a:lnTo>
                    <a:pt x="1396822" y="1625942"/>
                  </a:lnTo>
                  <a:lnTo>
                    <a:pt x="1433220" y="1597825"/>
                  </a:lnTo>
                  <a:lnTo>
                    <a:pt x="1461338" y="1561426"/>
                  </a:lnTo>
                  <a:lnTo>
                    <a:pt x="1479473" y="1518475"/>
                  </a:lnTo>
                  <a:lnTo>
                    <a:pt x="1485900" y="1470660"/>
                  </a:lnTo>
                  <a:close/>
                </a:path>
                <a:path w="2755900" h="2522220">
                  <a:moveTo>
                    <a:pt x="2110740" y="179832"/>
                  </a:moveTo>
                  <a:lnTo>
                    <a:pt x="2104313" y="132029"/>
                  </a:lnTo>
                  <a:lnTo>
                    <a:pt x="2086178" y="89077"/>
                  </a:lnTo>
                  <a:lnTo>
                    <a:pt x="2058060" y="52679"/>
                  </a:lnTo>
                  <a:lnTo>
                    <a:pt x="2021662" y="24561"/>
                  </a:lnTo>
                  <a:lnTo>
                    <a:pt x="1978710" y="6426"/>
                  </a:lnTo>
                  <a:lnTo>
                    <a:pt x="1930908" y="0"/>
                  </a:lnTo>
                  <a:lnTo>
                    <a:pt x="1883092" y="6426"/>
                  </a:lnTo>
                  <a:lnTo>
                    <a:pt x="1840141" y="24561"/>
                  </a:lnTo>
                  <a:lnTo>
                    <a:pt x="1803742" y="52679"/>
                  </a:lnTo>
                  <a:lnTo>
                    <a:pt x="1775625" y="89077"/>
                  </a:lnTo>
                  <a:lnTo>
                    <a:pt x="1757489" y="132029"/>
                  </a:lnTo>
                  <a:lnTo>
                    <a:pt x="1751076" y="179832"/>
                  </a:lnTo>
                  <a:lnTo>
                    <a:pt x="1757489" y="227647"/>
                  </a:lnTo>
                  <a:lnTo>
                    <a:pt x="1775625" y="270598"/>
                  </a:lnTo>
                  <a:lnTo>
                    <a:pt x="1803742" y="306997"/>
                  </a:lnTo>
                  <a:lnTo>
                    <a:pt x="1840141" y="335114"/>
                  </a:lnTo>
                  <a:lnTo>
                    <a:pt x="1883092" y="353250"/>
                  </a:lnTo>
                  <a:lnTo>
                    <a:pt x="1930908" y="359664"/>
                  </a:lnTo>
                  <a:lnTo>
                    <a:pt x="1978710" y="353250"/>
                  </a:lnTo>
                  <a:lnTo>
                    <a:pt x="2021662" y="335114"/>
                  </a:lnTo>
                  <a:lnTo>
                    <a:pt x="2058060" y="306997"/>
                  </a:lnTo>
                  <a:lnTo>
                    <a:pt x="2086178" y="270598"/>
                  </a:lnTo>
                  <a:lnTo>
                    <a:pt x="2104313" y="227647"/>
                  </a:lnTo>
                  <a:lnTo>
                    <a:pt x="2110740" y="179832"/>
                  </a:lnTo>
                  <a:close/>
                </a:path>
                <a:path w="2755900" h="2522220">
                  <a:moveTo>
                    <a:pt x="2388108" y="2342388"/>
                  </a:moveTo>
                  <a:lnTo>
                    <a:pt x="2381681" y="2294585"/>
                  </a:lnTo>
                  <a:lnTo>
                    <a:pt x="2363546" y="2251633"/>
                  </a:lnTo>
                  <a:lnTo>
                    <a:pt x="2335428" y="2215235"/>
                  </a:lnTo>
                  <a:lnTo>
                    <a:pt x="2299030" y="2187117"/>
                  </a:lnTo>
                  <a:lnTo>
                    <a:pt x="2256078" y="2168982"/>
                  </a:lnTo>
                  <a:lnTo>
                    <a:pt x="2208276" y="2162556"/>
                  </a:lnTo>
                  <a:lnTo>
                    <a:pt x="2160460" y="2168982"/>
                  </a:lnTo>
                  <a:lnTo>
                    <a:pt x="2117509" y="2187117"/>
                  </a:lnTo>
                  <a:lnTo>
                    <a:pt x="2081110" y="2215235"/>
                  </a:lnTo>
                  <a:lnTo>
                    <a:pt x="2052993" y="2251633"/>
                  </a:lnTo>
                  <a:lnTo>
                    <a:pt x="2034857" y="2294585"/>
                  </a:lnTo>
                  <a:lnTo>
                    <a:pt x="2028444" y="2342388"/>
                  </a:lnTo>
                  <a:lnTo>
                    <a:pt x="2034857" y="2390203"/>
                  </a:lnTo>
                  <a:lnTo>
                    <a:pt x="2052993" y="2433155"/>
                  </a:lnTo>
                  <a:lnTo>
                    <a:pt x="2081110" y="2469553"/>
                  </a:lnTo>
                  <a:lnTo>
                    <a:pt x="2117509" y="2497671"/>
                  </a:lnTo>
                  <a:lnTo>
                    <a:pt x="2160460" y="2515806"/>
                  </a:lnTo>
                  <a:lnTo>
                    <a:pt x="2208276" y="2522220"/>
                  </a:lnTo>
                  <a:lnTo>
                    <a:pt x="2256078" y="2515806"/>
                  </a:lnTo>
                  <a:lnTo>
                    <a:pt x="2299030" y="2497671"/>
                  </a:lnTo>
                  <a:lnTo>
                    <a:pt x="2335428" y="2469553"/>
                  </a:lnTo>
                  <a:lnTo>
                    <a:pt x="2363546" y="2433155"/>
                  </a:lnTo>
                  <a:lnTo>
                    <a:pt x="2381681" y="2390203"/>
                  </a:lnTo>
                  <a:lnTo>
                    <a:pt x="2388108" y="2342388"/>
                  </a:lnTo>
                  <a:close/>
                </a:path>
                <a:path w="2755900" h="2522220">
                  <a:moveTo>
                    <a:pt x="2755392" y="990600"/>
                  </a:moveTo>
                  <a:lnTo>
                    <a:pt x="2748965" y="942797"/>
                  </a:lnTo>
                  <a:lnTo>
                    <a:pt x="2730830" y="899845"/>
                  </a:lnTo>
                  <a:lnTo>
                    <a:pt x="2702712" y="863447"/>
                  </a:lnTo>
                  <a:lnTo>
                    <a:pt x="2666314" y="835329"/>
                  </a:lnTo>
                  <a:lnTo>
                    <a:pt x="2623362" y="817194"/>
                  </a:lnTo>
                  <a:lnTo>
                    <a:pt x="2575560" y="810768"/>
                  </a:lnTo>
                  <a:lnTo>
                    <a:pt x="2527744" y="817194"/>
                  </a:lnTo>
                  <a:lnTo>
                    <a:pt x="2484793" y="835329"/>
                  </a:lnTo>
                  <a:lnTo>
                    <a:pt x="2448395" y="863447"/>
                  </a:lnTo>
                  <a:lnTo>
                    <a:pt x="2420277" y="899845"/>
                  </a:lnTo>
                  <a:lnTo>
                    <a:pt x="2402141" y="942797"/>
                  </a:lnTo>
                  <a:lnTo>
                    <a:pt x="2395728" y="990600"/>
                  </a:lnTo>
                  <a:lnTo>
                    <a:pt x="2402141" y="1038415"/>
                  </a:lnTo>
                  <a:lnTo>
                    <a:pt x="2420277" y="1081366"/>
                  </a:lnTo>
                  <a:lnTo>
                    <a:pt x="2448395" y="1117765"/>
                  </a:lnTo>
                  <a:lnTo>
                    <a:pt x="2484793" y="1145882"/>
                  </a:lnTo>
                  <a:lnTo>
                    <a:pt x="2527744" y="1164018"/>
                  </a:lnTo>
                  <a:lnTo>
                    <a:pt x="2575560" y="1170432"/>
                  </a:lnTo>
                  <a:lnTo>
                    <a:pt x="2623362" y="1164018"/>
                  </a:lnTo>
                  <a:lnTo>
                    <a:pt x="2666314" y="1145882"/>
                  </a:lnTo>
                  <a:lnTo>
                    <a:pt x="2702712" y="1117765"/>
                  </a:lnTo>
                  <a:lnTo>
                    <a:pt x="2730830" y="1081366"/>
                  </a:lnTo>
                  <a:lnTo>
                    <a:pt x="2748965" y="1038415"/>
                  </a:lnTo>
                  <a:lnTo>
                    <a:pt x="2755392" y="99060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" name="object 8">
            <a:extLst>
              <a:ext uri="{FF2B5EF4-FFF2-40B4-BE49-F238E27FC236}">
                <a16:creationId xmlns="" xmlns:a16="http://schemas.microsoft.com/office/drawing/2014/main" id="{2ACACDB9-381C-4707-AFBF-0C82337D1273}"/>
              </a:ext>
            </a:extLst>
          </p:cNvPr>
          <p:cNvSpPr txBox="1"/>
          <p:nvPr/>
        </p:nvSpPr>
        <p:spPr>
          <a:xfrm>
            <a:off x="7155816" y="2323643"/>
            <a:ext cx="2872740" cy="783548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{ a,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b,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c,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d,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20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{ a, e,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i, </a:t>
            </a:r>
            <a:r>
              <a:rPr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o,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object 9">
            <a:extLst>
              <a:ext uri="{FF2B5EF4-FFF2-40B4-BE49-F238E27FC236}">
                <a16:creationId xmlns="" xmlns:a16="http://schemas.microsoft.com/office/drawing/2014/main" id="{B7AD9315-1670-469C-96C5-BE31C77F3B4D}"/>
              </a:ext>
            </a:extLst>
          </p:cNvPr>
          <p:cNvSpPr txBox="1"/>
          <p:nvPr/>
        </p:nvSpPr>
        <p:spPr>
          <a:xfrm>
            <a:off x="7155816" y="4098747"/>
            <a:ext cx="455168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</a:t>
            </a:r>
            <a:r>
              <a:rPr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{ a,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b,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c,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d,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e,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i, </a:t>
            </a:r>
            <a:r>
              <a:rPr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o,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u}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object 10">
            <a:extLst>
              <a:ext uri="{FF2B5EF4-FFF2-40B4-BE49-F238E27FC236}">
                <a16:creationId xmlns="" xmlns:a16="http://schemas.microsoft.com/office/drawing/2014/main" id="{F96B27A0-341C-45FF-A980-BA35A409740C}"/>
              </a:ext>
            </a:extLst>
          </p:cNvPr>
          <p:cNvSpPr txBox="1"/>
          <p:nvPr/>
        </p:nvSpPr>
        <p:spPr>
          <a:xfrm>
            <a:off x="3440176" y="4387114"/>
            <a:ext cx="274320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object 11">
            <a:extLst>
              <a:ext uri="{FF2B5EF4-FFF2-40B4-BE49-F238E27FC236}">
                <a16:creationId xmlns="" xmlns:a16="http://schemas.microsoft.com/office/drawing/2014/main" id="{3C0FF9C9-5949-449D-98FA-8A37A765C4CE}"/>
              </a:ext>
            </a:extLst>
          </p:cNvPr>
          <p:cNvSpPr txBox="1"/>
          <p:nvPr/>
        </p:nvSpPr>
        <p:spPr>
          <a:xfrm>
            <a:off x="5899913" y="4821505"/>
            <a:ext cx="255270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bject 12">
            <a:extLst>
              <a:ext uri="{FF2B5EF4-FFF2-40B4-BE49-F238E27FC236}">
                <a16:creationId xmlns="" xmlns:a16="http://schemas.microsoft.com/office/drawing/2014/main" id="{49DB718A-A815-4A37-97CB-15FE8324B4E1}"/>
              </a:ext>
            </a:extLst>
          </p:cNvPr>
          <p:cNvSpPr txBox="1"/>
          <p:nvPr/>
        </p:nvSpPr>
        <p:spPr>
          <a:xfrm>
            <a:off x="5018406" y="2825649"/>
            <a:ext cx="129539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object 13">
            <a:extLst>
              <a:ext uri="{FF2B5EF4-FFF2-40B4-BE49-F238E27FC236}">
                <a16:creationId xmlns="" xmlns:a16="http://schemas.microsoft.com/office/drawing/2014/main" id="{06791150-8F27-45FE-823A-25624AEB84D9}"/>
              </a:ext>
            </a:extLst>
          </p:cNvPr>
          <p:cNvSpPr txBox="1"/>
          <p:nvPr/>
        </p:nvSpPr>
        <p:spPr>
          <a:xfrm>
            <a:off x="4448430" y="3932073"/>
            <a:ext cx="273685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object 14">
            <a:extLst>
              <a:ext uri="{FF2B5EF4-FFF2-40B4-BE49-F238E27FC236}">
                <a16:creationId xmlns="" xmlns:a16="http://schemas.microsoft.com/office/drawing/2014/main" id="{5ED021EE-59C1-4A78-A3F7-E226E55B4CA3}"/>
              </a:ext>
            </a:extLst>
          </p:cNvPr>
          <p:cNvSpPr txBox="1"/>
          <p:nvPr/>
        </p:nvSpPr>
        <p:spPr>
          <a:xfrm>
            <a:off x="5604511" y="3506623"/>
            <a:ext cx="274320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object 15">
            <a:extLst>
              <a:ext uri="{FF2B5EF4-FFF2-40B4-BE49-F238E27FC236}">
                <a16:creationId xmlns="" xmlns:a16="http://schemas.microsoft.com/office/drawing/2014/main" id="{D3D1A7D2-95F0-4391-9CEC-3F5473F489B8}"/>
              </a:ext>
            </a:extLst>
          </p:cNvPr>
          <p:cNvSpPr txBox="1"/>
          <p:nvPr/>
        </p:nvSpPr>
        <p:spPr>
          <a:xfrm>
            <a:off x="2675383" y="5237811"/>
            <a:ext cx="320675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000" b="1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8" name="object 16">
            <a:extLst>
              <a:ext uri="{FF2B5EF4-FFF2-40B4-BE49-F238E27FC236}">
                <a16:creationId xmlns="" xmlns:a16="http://schemas.microsoft.com/office/drawing/2014/main" id="{70DFE779-9C63-4F01-8A41-C5E71CDC5388}"/>
              </a:ext>
            </a:extLst>
          </p:cNvPr>
          <p:cNvGrpSpPr/>
          <p:nvPr/>
        </p:nvGrpSpPr>
        <p:grpSpPr>
          <a:xfrm>
            <a:off x="1037484" y="2823209"/>
            <a:ext cx="5846445" cy="3639820"/>
            <a:chOff x="970788" y="2161032"/>
            <a:chExt cx="5846445" cy="3639820"/>
          </a:xfrm>
        </p:grpSpPr>
        <p:sp>
          <p:nvSpPr>
            <p:cNvPr id="19" name="object 17">
              <a:extLst>
                <a:ext uri="{FF2B5EF4-FFF2-40B4-BE49-F238E27FC236}">
                  <a16:creationId xmlns="" xmlns:a16="http://schemas.microsoft.com/office/drawing/2014/main" id="{62EAE82D-4237-4042-A1CF-2E97BCC1AA21}"/>
                </a:ext>
              </a:extLst>
            </p:cNvPr>
            <p:cNvSpPr/>
            <p:nvPr/>
          </p:nvSpPr>
          <p:spPr>
            <a:xfrm>
              <a:off x="3198114" y="2180082"/>
              <a:ext cx="3599815" cy="3601720"/>
            </a:xfrm>
            <a:custGeom>
              <a:avLst/>
              <a:gdLst/>
              <a:ahLst/>
              <a:cxnLst/>
              <a:rect l="l" t="t" r="r" b="b"/>
              <a:pathLst>
                <a:path w="3599815" h="3601720">
                  <a:moveTo>
                    <a:pt x="0" y="1800605"/>
                  </a:moveTo>
                  <a:lnTo>
                    <a:pt x="626" y="1752638"/>
                  </a:lnTo>
                  <a:lnTo>
                    <a:pt x="2494" y="1704981"/>
                  </a:lnTo>
                  <a:lnTo>
                    <a:pt x="5590" y="1657648"/>
                  </a:lnTo>
                  <a:lnTo>
                    <a:pt x="9896" y="1610655"/>
                  </a:lnTo>
                  <a:lnTo>
                    <a:pt x="15398" y="1564019"/>
                  </a:lnTo>
                  <a:lnTo>
                    <a:pt x="22080" y="1517754"/>
                  </a:lnTo>
                  <a:lnTo>
                    <a:pt x="29926" y="1471876"/>
                  </a:lnTo>
                  <a:lnTo>
                    <a:pt x="38922" y="1426401"/>
                  </a:lnTo>
                  <a:lnTo>
                    <a:pt x="49050" y="1381344"/>
                  </a:lnTo>
                  <a:lnTo>
                    <a:pt x="60297" y="1336721"/>
                  </a:lnTo>
                  <a:lnTo>
                    <a:pt x="72646" y="1292548"/>
                  </a:lnTo>
                  <a:lnTo>
                    <a:pt x="86081" y="1248839"/>
                  </a:lnTo>
                  <a:lnTo>
                    <a:pt x="100588" y="1205611"/>
                  </a:lnTo>
                  <a:lnTo>
                    <a:pt x="116151" y="1162878"/>
                  </a:lnTo>
                  <a:lnTo>
                    <a:pt x="132753" y="1120658"/>
                  </a:lnTo>
                  <a:lnTo>
                    <a:pt x="150380" y="1078964"/>
                  </a:lnTo>
                  <a:lnTo>
                    <a:pt x="169017" y="1037813"/>
                  </a:lnTo>
                  <a:lnTo>
                    <a:pt x="188646" y="997221"/>
                  </a:lnTo>
                  <a:lnTo>
                    <a:pt x="209254" y="957202"/>
                  </a:lnTo>
                  <a:lnTo>
                    <a:pt x="230824" y="917773"/>
                  </a:lnTo>
                  <a:lnTo>
                    <a:pt x="253340" y="878948"/>
                  </a:lnTo>
                  <a:lnTo>
                    <a:pt x="276788" y="840745"/>
                  </a:lnTo>
                  <a:lnTo>
                    <a:pt x="301152" y="803177"/>
                  </a:lnTo>
                  <a:lnTo>
                    <a:pt x="326416" y="766260"/>
                  </a:lnTo>
                  <a:lnTo>
                    <a:pt x="352564" y="730011"/>
                  </a:lnTo>
                  <a:lnTo>
                    <a:pt x="379581" y="694445"/>
                  </a:lnTo>
                  <a:lnTo>
                    <a:pt x="407452" y="659577"/>
                  </a:lnTo>
                  <a:lnTo>
                    <a:pt x="436161" y="625423"/>
                  </a:lnTo>
                  <a:lnTo>
                    <a:pt x="465693" y="591998"/>
                  </a:lnTo>
                  <a:lnTo>
                    <a:pt x="496031" y="559318"/>
                  </a:lnTo>
                  <a:lnTo>
                    <a:pt x="527161" y="527399"/>
                  </a:lnTo>
                  <a:lnTo>
                    <a:pt x="559066" y="496255"/>
                  </a:lnTo>
                  <a:lnTo>
                    <a:pt x="591732" y="465904"/>
                  </a:lnTo>
                  <a:lnTo>
                    <a:pt x="625142" y="436359"/>
                  </a:lnTo>
                  <a:lnTo>
                    <a:pt x="659281" y="407638"/>
                  </a:lnTo>
                  <a:lnTo>
                    <a:pt x="694134" y="379754"/>
                  </a:lnTo>
                  <a:lnTo>
                    <a:pt x="729685" y="352725"/>
                  </a:lnTo>
                  <a:lnTo>
                    <a:pt x="765919" y="326565"/>
                  </a:lnTo>
                  <a:lnTo>
                    <a:pt x="802819" y="301290"/>
                  </a:lnTo>
                  <a:lnTo>
                    <a:pt x="840371" y="276915"/>
                  </a:lnTo>
                  <a:lnTo>
                    <a:pt x="878559" y="253457"/>
                  </a:lnTo>
                  <a:lnTo>
                    <a:pt x="917367" y="230930"/>
                  </a:lnTo>
                  <a:lnTo>
                    <a:pt x="956779" y="209350"/>
                  </a:lnTo>
                  <a:lnTo>
                    <a:pt x="996781" y="188733"/>
                  </a:lnTo>
                  <a:lnTo>
                    <a:pt x="1037357" y="169095"/>
                  </a:lnTo>
                  <a:lnTo>
                    <a:pt x="1078491" y="150450"/>
                  </a:lnTo>
                  <a:lnTo>
                    <a:pt x="1120167" y="132815"/>
                  </a:lnTo>
                  <a:lnTo>
                    <a:pt x="1162370" y="116205"/>
                  </a:lnTo>
                  <a:lnTo>
                    <a:pt x="1205085" y="100635"/>
                  </a:lnTo>
                  <a:lnTo>
                    <a:pt x="1248295" y="86121"/>
                  </a:lnTo>
                  <a:lnTo>
                    <a:pt x="1291986" y="72680"/>
                  </a:lnTo>
                  <a:lnTo>
                    <a:pt x="1336142" y="60325"/>
                  </a:lnTo>
                  <a:lnTo>
                    <a:pt x="1380747" y="49073"/>
                  </a:lnTo>
                  <a:lnTo>
                    <a:pt x="1425786" y="38940"/>
                  </a:lnTo>
                  <a:lnTo>
                    <a:pt x="1471243" y="29940"/>
                  </a:lnTo>
                  <a:lnTo>
                    <a:pt x="1517102" y="22090"/>
                  </a:lnTo>
                  <a:lnTo>
                    <a:pt x="1563349" y="15405"/>
                  </a:lnTo>
                  <a:lnTo>
                    <a:pt x="1609967" y="9901"/>
                  </a:lnTo>
                  <a:lnTo>
                    <a:pt x="1656941" y="5592"/>
                  </a:lnTo>
                  <a:lnTo>
                    <a:pt x="1704255" y="2495"/>
                  </a:lnTo>
                  <a:lnTo>
                    <a:pt x="1751895" y="626"/>
                  </a:lnTo>
                  <a:lnTo>
                    <a:pt x="1799844" y="0"/>
                  </a:lnTo>
                  <a:lnTo>
                    <a:pt x="1847792" y="626"/>
                  </a:lnTo>
                  <a:lnTo>
                    <a:pt x="1895432" y="2495"/>
                  </a:lnTo>
                  <a:lnTo>
                    <a:pt x="1942746" y="5592"/>
                  </a:lnTo>
                  <a:lnTo>
                    <a:pt x="1989720" y="9901"/>
                  </a:lnTo>
                  <a:lnTo>
                    <a:pt x="2036338" y="15405"/>
                  </a:lnTo>
                  <a:lnTo>
                    <a:pt x="2082585" y="22090"/>
                  </a:lnTo>
                  <a:lnTo>
                    <a:pt x="2128444" y="29940"/>
                  </a:lnTo>
                  <a:lnTo>
                    <a:pt x="2173901" y="38940"/>
                  </a:lnTo>
                  <a:lnTo>
                    <a:pt x="2218940" y="49073"/>
                  </a:lnTo>
                  <a:lnTo>
                    <a:pt x="2263545" y="60325"/>
                  </a:lnTo>
                  <a:lnTo>
                    <a:pt x="2307701" y="72680"/>
                  </a:lnTo>
                  <a:lnTo>
                    <a:pt x="2351392" y="86121"/>
                  </a:lnTo>
                  <a:lnTo>
                    <a:pt x="2394602" y="100635"/>
                  </a:lnTo>
                  <a:lnTo>
                    <a:pt x="2437317" y="116205"/>
                  </a:lnTo>
                  <a:lnTo>
                    <a:pt x="2479520" y="132815"/>
                  </a:lnTo>
                  <a:lnTo>
                    <a:pt x="2521196" y="150450"/>
                  </a:lnTo>
                  <a:lnTo>
                    <a:pt x="2562330" y="169095"/>
                  </a:lnTo>
                  <a:lnTo>
                    <a:pt x="2602906" y="188733"/>
                  </a:lnTo>
                  <a:lnTo>
                    <a:pt x="2642908" y="209350"/>
                  </a:lnTo>
                  <a:lnTo>
                    <a:pt x="2682320" y="230930"/>
                  </a:lnTo>
                  <a:lnTo>
                    <a:pt x="2721128" y="253457"/>
                  </a:lnTo>
                  <a:lnTo>
                    <a:pt x="2759316" y="276915"/>
                  </a:lnTo>
                  <a:lnTo>
                    <a:pt x="2796868" y="301290"/>
                  </a:lnTo>
                  <a:lnTo>
                    <a:pt x="2833768" y="326565"/>
                  </a:lnTo>
                  <a:lnTo>
                    <a:pt x="2870002" y="352725"/>
                  </a:lnTo>
                  <a:lnTo>
                    <a:pt x="2905553" y="379754"/>
                  </a:lnTo>
                  <a:lnTo>
                    <a:pt x="2940406" y="407638"/>
                  </a:lnTo>
                  <a:lnTo>
                    <a:pt x="2974545" y="436359"/>
                  </a:lnTo>
                  <a:lnTo>
                    <a:pt x="3007955" y="465904"/>
                  </a:lnTo>
                  <a:lnTo>
                    <a:pt x="3040621" y="496255"/>
                  </a:lnTo>
                  <a:lnTo>
                    <a:pt x="3072526" y="527399"/>
                  </a:lnTo>
                  <a:lnTo>
                    <a:pt x="3103656" y="559318"/>
                  </a:lnTo>
                  <a:lnTo>
                    <a:pt x="3133994" y="591998"/>
                  </a:lnTo>
                  <a:lnTo>
                    <a:pt x="3163526" y="625423"/>
                  </a:lnTo>
                  <a:lnTo>
                    <a:pt x="3192235" y="659577"/>
                  </a:lnTo>
                  <a:lnTo>
                    <a:pt x="3220106" y="694445"/>
                  </a:lnTo>
                  <a:lnTo>
                    <a:pt x="3247123" y="730011"/>
                  </a:lnTo>
                  <a:lnTo>
                    <a:pt x="3273271" y="766260"/>
                  </a:lnTo>
                  <a:lnTo>
                    <a:pt x="3298535" y="803177"/>
                  </a:lnTo>
                  <a:lnTo>
                    <a:pt x="3322899" y="840745"/>
                  </a:lnTo>
                  <a:lnTo>
                    <a:pt x="3346347" y="878948"/>
                  </a:lnTo>
                  <a:lnTo>
                    <a:pt x="3368863" y="917773"/>
                  </a:lnTo>
                  <a:lnTo>
                    <a:pt x="3390433" y="957202"/>
                  </a:lnTo>
                  <a:lnTo>
                    <a:pt x="3411041" y="997221"/>
                  </a:lnTo>
                  <a:lnTo>
                    <a:pt x="3430670" y="1037813"/>
                  </a:lnTo>
                  <a:lnTo>
                    <a:pt x="3449307" y="1078964"/>
                  </a:lnTo>
                  <a:lnTo>
                    <a:pt x="3466934" y="1120658"/>
                  </a:lnTo>
                  <a:lnTo>
                    <a:pt x="3483536" y="1162878"/>
                  </a:lnTo>
                  <a:lnTo>
                    <a:pt x="3499099" y="1205611"/>
                  </a:lnTo>
                  <a:lnTo>
                    <a:pt x="3513606" y="1248839"/>
                  </a:lnTo>
                  <a:lnTo>
                    <a:pt x="3527041" y="1292548"/>
                  </a:lnTo>
                  <a:lnTo>
                    <a:pt x="3539390" y="1336721"/>
                  </a:lnTo>
                  <a:lnTo>
                    <a:pt x="3550637" y="1381344"/>
                  </a:lnTo>
                  <a:lnTo>
                    <a:pt x="3560765" y="1426401"/>
                  </a:lnTo>
                  <a:lnTo>
                    <a:pt x="3569761" y="1471876"/>
                  </a:lnTo>
                  <a:lnTo>
                    <a:pt x="3577607" y="1517754"/>
                  </a:lnTo>
                  <a:lnTo>
                    <a:pt x="3584289" y="1564019"/>
                  </a:lnTo>
                  <a:lnTo>
                    <a:pt x="3589791" y="1610655"/>
                  </a:lnTo>
                  <a:lnTo>
                    <a:pt x="3594097" y="1657648"/>
                  </a:lnTo>
                  <a:lnTo>
                    <a:pt x="3597193" y="1704981"/>
                  </a:lnTo>
                  <a:lnTo>
                    <a:pt x="3599061" y="1752638"/>
                  </a:lnTo>
                  <a:lnTo>
                    <a:pt x="3599688" y="1800605"/>
                  </a:lnTo>
                  <a:lnTo>
                    <a:pt x="3599061" y="1848573"/>
                  </a:lnTo>
                  <a:lnTo>
                    <a:pt x="3597193" y="1896230"/>
                  </a:lnTo>
                  <a:lnTo>
                    <a:pt x="3594097" y="1943563"/>
                  </a:lnTo>
                  <a:lnTo>
                    <a:pt x="3589791" y="1990556"/>
                  </a:lnTo>
                  <a:lnTo>
                    <a:pt x="3584289" y="2037192"/>
                  </a:lnTo>
                  <a:lnTo>
                    <a:pt x="3577607" y="2083457"/>
                  </a:lnTo>
                  <a:lnTo>
                    <a:pt x="3569761" y="2129335"/>
                  </a:lnTo>
                  <a:lnTo>
                    <a:pt x="3560765" y="2174810"/>
                  </a:lnTo>
                  <a:lnTo>
                    <a:pt x="3550637" y="2219867"/>
                  </a:lnTo>
                  <a:lnTo>
                    <a:pt x="3539390" y="2264490"/>
                  </a:lnTo>
                  <a:lnTo>
                    <a:pt x="3527041" y="2308663"/>
                  </a:lnTo>
                  <a:lnTo>
                    <a:pt x="3513606" y="2352372"/>
                  </a:lnTo>
                  <a:lnTo>
                    <a:pt x="3499099" y="2395600"/>
                  </a:lnTo>
                  <a:lnTo>
                    <a:pt x="3483536" y="2438333"/>
                  </a:lnTo>
                  <a:lnTo>
                    <a:pt x="3466934" y="2480553"/>
                  </a:lnTo>
                  <a:lnTo>
                    <a:pt x="3449307" y="2522247"/>
                  </a:lnTo>
                  <a:lnTo>
                    <a:pt x="3430670" y="2563398"/>
                  </a:lnTo>
                  <a:lnTo>
                    <a:pt x="3411041" y="2603990"/>
                  </a:lnTo>
                  <a:lnTo>
                    <a:pt x="3390433" y="2644009"/>
                  </a:lnTo>
                  <a:lnTo>
                    <a:pt x="3368863" y="2683438"/>
                  </a:lnTo>
                  <a:lnTo>
                    <a:pt x="3346347" y="2722263"/>
                  </a:lnTo>
                  <a:lnTo>
                    <a:pt x="3322899" y="2760466"/>
                  </a:lnTo>
                  <a:lnTo>
                    <a:pt x="3298535" y="2798034"/>
                  </a:lnTo>
                  <a:lnTo>
                    <a:pt x="3273271" y="2834951"/>
                  </a:lnTo>
                  <a:lnTo>
                    <a:pt x="3247123" y="2871200"/>
                  </a:lnTo>
                  <a:lnTo>
                    <a:pt x="3220106" y="2906766"/>
                  </a:lnTo>
                  <a:lnTo>
                    <a:pt x="3192235" y="2941634"/>
                  </a:lnTo>
                  <a:lnTo>
                    <a:pt x="3163526" y="2975788"/>
                  </a:lnTo>
                  <a:lnTo>
                    <a:pt x="3133994" y="3009213"/>
                  </a:lnTo>
                  <a:lnTo>
                    <a:pt x="3103656" y="3041893"/>
                  </a:lnTo>
                  <a:lnTo>
                    <a:pt x="3072526" y="3073812"/>
                  </a:lnTo>
                  <a:lnTo>
                    <a:pt x="3040621" y="3104956"/>
                  </a:lnTo>
                  <a:lnTo>
                    <a:pt x="3007955" y="3135307"/>
                  </a:lnTo>
                  <a:lnTo>
                    <a:pt x="2974545" y="3164852"/>
                  </a:lnTo>
                  <a:lnTo>
                    <a:pt x="2940406" y="3193573"/>
                  </a:lnTo>
                  <a:lnTo>
                    <a:pt x="2905553" y="3221457"/>
                  </a:lnTo>
                  <a:lnTo>
                    <a:pt x="2870002" y="3248486"/>
                  </a:lnTo>
                  <a:lnTo>
                    <a:pt x="2833768" y="3274646"/>
                  </a:lnTo>
                  <a:lnTo>
                    <a:pt x="2796868" y="3299921"/>
                  </a:lnTo>
                  <a:lnTo>
                    <a:pt x="2759316" y="3324296"/>
                  </a:lnTo>
                  <a:lnTo>
                    <a:pt x="2721128" y="3347754"/>
                  </a:lnTo>
                  <a:lnTo>
                    <a:pt x="2682320" y="3370281"/>
                  </a:lnTo>
                  <a:lnTo>
                    <a:pt x="2642908" y="3391861"/>
                  </a:lnTo>
                  <a:lnTo>
                    <a:pt x="2602906" y="3412478"/>
                  </a:lnTo>
                  <a:lnTo>
                    <a:pt x="2562330" y="3432116"/>
                  </a:lnTo>
                  <a:lnTo>
                    <a:pt x="2521196" y="3450761"/>
                  </a:lnTo>
                  <a:lnTo>
                    <a:pt x="2479520" y="3468396"/>
                  </a:lnTo>
                  <a:lnTo>
                    <a:pt x="2437317" y="3485006"/>
                  </a:lnTo>
                  <a:lnTo>
                    <a:pt x="2394602" y="3500576"/>
                  </a:lnTo>
                  <a:lnTo>
                    <a:pt x="2351392" y="3515090"/>
                  </a:lnTo>
                  <a:lnTo>
                    <a:pt x="2307701" y="3528531"/>
                  </a:lnTo>
                  <a:lnTo>
                    <a:pt x="2263545" y="3540886"/>
                  </a:lnTo>
                  <a:lnTo>
                    <a:pt x="2218940" y="3552138"/>
                  </a:lnTo>
                  <a:lnTo>
                    <a:pt x="2173901" y="3562271"/>
                  </a:lnTo>
                  <a:lnTo>
                    <a:pt x="2128444" y="3571271"/>
                  </a:lnTo>
                  <a:lnTo>
                    <a:pt x="2082585" y="3579121"/>
                  </a:lnTo>
                  <a:lnTo>
                    <a:pt x="2036338" y="3585806"/>
                  </a:lnTo>
                  <a:lnTo>
                    <a:pt x="1989720" y="3591310"/>
                  </a:lnTo>
                  <a:lnTo>
                    <a:pt x="1942746" y="3595619"/>
                  </a:lnTo>
                  <a:lnTo>
                    <a:pt x="1895432" y="3598716"/>
                  </a:lnTo>
                  <a:lnTo>
                    <a:pt x="1847792" y="3600585"/>
                  </a:lnTo>
                  <a:lnTo>
                    <a:pt x="1799844" y="3601211"/>
                  </a:lnTo>
                  <a:lnTo>
                    <a:pt x="1751895" y="3600585"/>
                  </a:lnTo>
                  <a:lnTo>
                    <a:pt x="1704255" y="3598716"/>
                  </a:lnTo>
                  <a:lnTo>
                    <a:pt x="1656941" y="3595619"/>
                  </a:lnTo>
                  <a:lnTo>
                    <a:pt x="1609967" y="3591310"/>
                  </a:lnTo>
                  <a:lnTo>
                    <a:pt x="1563349" y="3585806"/>
                  </a:lnTo>
                  <a:lnTo>
                    <a:pt x="1517102" y="3579121"/>
                  </a:lnTo>
                  <a:lnTo>
                    <a:pt x="1471243" y="3571271"/>
                  </a:lnTo>
                  <a:lnTo>
                    <a:pt x="1425786" y="3562271"/>
                  </a:lnTo>
                  <a:lnTo>
                    <a:pt x="1380747" y="3552138"/>
                  </a:lnTo>
                  <a:lnTo>
                    <a:pt x="1336142" y="3540886"/>
                  </a:lnTo>
                  <a:lnTo>
                    <a:pt x="1291986" y="3528531"/>
                  </a:lnTo>
                  <a:lnTo>
                    <a:pt x="1248295" y="3515090"/>
                  </a:lnTo>
                  <a:lnTo>
                    <a:pt x="1205085" y="3500576"/>
                  </a:lnTo>
                  <a:lnTo>
                    <a:pt x="1162370" y="3485006"/>
                  </a:lnTo>
                  <a:lnTo>
                    <a:pt x="1120167" y="3468396"/>
                  </a:lnTo>
                  <a:lnTo>
                    <a:pt x="1078491" y="3450761"/>
                  </a:lnTo>
                  <a:lnTo>
                    <a:pt x="1037357" y="3432116"/>
                  </a:lnTo>
                  <a:lnTo>
                    <a:pt x="996781" y="3412478"/>
                  </a:lnTo>
                  <a:lnTo>
                    <a:pt x="956779" y="3391861"/>
                  </a:lnTo>
                  <a:lnTo>
                    <a:pt x="917367" y="3370281"/>
                  </a:lnTo>
                  <a:lnTo>
                    <a:pt x="878559" y="3347754"/>
                  </a:lnTo>
                  <a:lnTo>
                    <a:pt x="840371" y="3324296"/>
                  </a:lnTo>
                  <a:lnTo>
                    <a:pt x="802819" y="3299921"/>
                  </a:lnTo>
                  <a:lnTo>
                    <a:pt x="765919" y="3274646"/>
                  </a:lnTo>
                  <a:lnTo>
                    <a:pt x="729685" y="3248486"/>
                  </a:lnTo>
                  <a:lnTo>
                    <a:pt x="694134" y="3221457"/>
                  </a:lnTo>
                  <a:lnTo>
                    <a:pt x="659281" y="3193573"/>
                  </a:lnTo>
                  <a:lnTo>
                    <a:pt x="625142" y="3164852"/>
                  </a:lnTo>
                  <a:lnTo>
                    <a:pt x="591732" y="3135307"/>
                  </a:lnTo>
                  <a:lnTo>
                    <a:pt x="559066" y="3104956"/>
                  </a:lnTo>
                  <a:lnTo>
                    <a:pt x="527161" y="3073812"/>
                  </a:lnTo>
                  <a:lnTo>
                    <a:pt x="496031" y="3041893"/>
                  </a:lnTo>
                  <a:lnTo>
                    <a:pt x="465693" y="3009213"/>
                  </a:lnTo>
                  <a:lnTo>
                    <a:pt x="436161" y="2975788"/>
                  </a:lnTo>
                  <a:lnTo>
                    <a:pt x="407452" y="2941634"/>
                  </a:lnTo>
                  <a:lnTo>
                    <a:pt x="379581" y="2906766"/>
                  </a:lnTo>
                  <a:lnTo>
                    <a:pt x="352564" y="2871200"/>
                  </a:lnTo>
                  <a:lnTo>
                    <a:pt x="326416" y="2834951"/>
                  </a:lnTo>
                  <a:lnTo>
                    <a:pt x="301152" y="2798034"/>
                  </a:lnTo>
                  <a:lnTo>
                    <a:pt x="276788" y="2760466"/>
                  </a:lnTo>
                  <a:lnTo>
                    <a:pt x="253340" y="2722263"/>
                  </a:lnTo>
                  <a:lnTo>
                    <a:pt x="230824" y="2683438"/>
                  </a:lnTo>
                  <a:lnTo>
                    <a:pt x="209254" y="2644009"/>
                  </a:lnTo>
                  <a:lnTo>
                    <a:pt x="188646" y="2603990"/>
                  </a:lnTo>
                  <a:lnTo>
                    <a:pt x="169017" y="2563398"/>
                  </a:lnTo>
                  <a:lnTo>
                    <a:pt x="150380" y="2522247"/>
                  </a:lnTo>
                  <a:lnTo>
                    <a:pt x="132753" y="2480553"/>
                  </a:lnTo>
                  <a:lnTo>
                    <a:pt x="116151" y="2438333"/>
                  </a:lnTo>
                  <a:lnTo>
                    <a:pt x="100588" y="2395600"/>
                  </a:lnTo>
                  <a:lnTo>
                    <a:pt x="86081" y="2352372"/>
                  </a:lnTo>
                  <a:lnTo>
                    <a:pt x="72646" y="2308663"/>
                  </a:lnTo>
                  <a:lnTo>
                    <a:pt x="60297" y="2264490"/>
                  </a:lnTo>
                  <a:lnTo>
                    <a:pt x="49050" y="2219867"/>
                  </a:lnTo>
                  <a:lnTo>
                    <a:pt x="38922" y="2174810"/>
                  </a:lnTo>
                  <a:lnTo>
                    <a:pt x="29926" y="2129335"/>
                  </a:lnTo>
                  <a:lnTo>
                    <a:pt x="22080" y="2083457"/>
                  </a:lnTo>
                  <a:lnTo>
                    <a:pt x="15398" y="2037192"/>
                  </a:lnTo>
                  <a:lnTo>
                    <a:pt x="9896" y="1990556"/>
                  </a:lnTo>
                  <a:lnTo>
                    <a:pt x="5590" y="1943563"/>
                  </a:lnTo>
                  <a:lnTo>
                    <a:pt x="2494" y="1896230"/>
                  </a:lnTo>
                  <a:lnTo>
                    <a:pt x="626" y="1848573"/>
                  </a:lnTo>
                  <a:lnTo>
                    <a:pt x="0" y="1800605"/>
                  </a:lnTo>
                  <a:close/>
                </a:path>
              </a:pathLst>
            </a:custGeom>
            <a:ln w="38100">
              <a:solidFill>
                <a:srgbClr val="FFD966"/>
              </a:solidFill>
            </a:ln>
          </p:spPr>
          <p:txBody>
            <a:bodyPr wrap="square" lIns="0" tIns="0" rIns="0" bIns="0" rtlCol="0"/>
            <a:lstStyle/>
            <a:p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object 18">
              <a:extLst>
                <a:ext uri="{FF2B5EF4-FFF2-40B4-BE49-F238E27FC236}">
                  <a16:creationId xmlns="" xmlns:a16="http://schemas.microsoft.com/office/drawing/2014/main" id="{3492BFCA-8AC2-4C89-8F1A-813BAEE42EF8}"/>
                </a:ext>
              </a:extLst>
            </p:cNvPr>
            <p:cNvSpPr/>
            <p:nvPr/>
          </p:nvSpPr>
          <p:spPr>
            <a:xfrm>
              <a:off x="970788" y="2705099"/>
              <a:ext cx="2033270" cy="2992120"/>
            </a:xfrm>
            <a:custGeom>
              <a:avLst/>
              <a:gdLst/>
              <a:ahLst/>
              <a:cxnLst/>
              <a:rect l="l" t="t" r="r" b="b"/>
              <a:pathLst>
                <a:path w="2033270" h="2992120">
                  <a:moveTo>
                    <a:pt x="359664" y="2540508"/>
                  </a:moveTo>
                  <a:lnTo>
                    <a:pt x="353237" y="2492705"/>
                  </a:lnTo>
                  <a:lnTo>
                    <a:pt x="335102" y="2449753"/>
                  </a:lnTo>
                  <a:lnTo>
                    <a:pt x="306984" y="2413355"/>
                  </a:lnTo>
                  <a:lnTo>
                    <a:pt x="270586" y="2385237"/>
                  </a:lnTo>
                  <a:lnTo>
                    <a:pt x="227634" y="2367102"/>
                  </a:lnTo>
                  <a:lnTo>
                    <a:pt x="179832" y="2360676"/>
                  </a:lnTo>
                  <a:lnTo>
                    <a:pt x="132016" y="2367102"/>
                  </a:lnTo>
                  <a:lnTo>
                    <a:pt x="89065" y="2385237"/>
                  </a:lnTo>
                  <a:lnTo>
                    <a:pt x="52666" y="2413355"/>
                  </a:lnTo>
                  <a:lnTo>
                    <a:pt x="24549" y="2449753"/>
                  </a:lnTo>
                  <a:lnTo>
                    <a:pt x="6413" y="2492705"/>
                  </a:lnTo>
                  <a:lnTo>
                    <a:pt x="0" y="2540508"/>
                  </a:lnTo>
                  <a:lnTo>
                    <a:pt x="6413" y="2588323"/>
                  </a:lnTo>
                  <a:lnTo>
                    <a:pt x="24549" y="2631275"/>
                  </a:lnTo>
                  <a:lnTo>
                    <a:pt x="52666" y="2667673"/>
                  </a:lnTo>
                  <a:lnTo>
                    <a:pt x="89065" y="2695791"/>
                  </a:lnTo>
                  <a:lnTo>
                    <a:pt x="132016" y="2713926"/>
                  </a:lnTo>
                  <a:lnTo>
                    <a:pt x="179832" y="2720340"/>
                  </a:lnTo>
                  <a:lnTo>
                    <a:pt x="227634" y="2713926"/>
                  </a:lnTo>
                  <a:lnTo>
                    <a:pt x="270586" y="2695791"/>
                  </a:lnTo>
                  <a:lnTo>
                    <a:pt x="306984" y="2667673"/>
                  </a:lnTo>
                  <a:lnTo>
                    <a:pt x="335102" y="2631275"/>
                  </a:lnTo>
                  <a:lnTo>
                    <a:pt x="353237" y="2588323"/>
                  </a:lnTo>
                  <a:lnTo>
                    <a:pt x="359664" y="2540508"/>
                  </a:lnTo>
                  <a:close/>
                </a:path>
                <a:path w="2033270" h="2992120">
                  <a:moveTo>
                    <a:pt x="611124" y="903732"/>
                  </a:moveTo>
                  <a:lnTo>
                    <a:pt x="604697" y="855929"/>
                  </a:lnTo>
                  <a:lnTo>
                    <a:pt x="586562" y="812977"/>
                  </a:lnTo>
                  <a:lnTo>
                    <a:pt x="558444" y="776579"/>
                  </a:lnTo>
                  <a:lnTo>
                    <a:pt x="522046" y="748461"/>
                  </a:lnTo>
                  <a:lnTo>
                    <a:pt x="479094" y="730326"/>
                  </a:lnTo>
                  <a:lnTo>
                    <a:pt x="431292" y="723900"/>
                  </a:lnTo>
                  <a:lnTo>
                    <a:pt x="383476" y="730326"/>
                  </a:lnTo>
                  <a:lnTo>
                    <a:pt x="340525" y="748461"/>
                  </a:lnTo>
                  <a:lnTo>
                    <a:pt x="304126" y="776579"/>
                  </a:lnTo>
                  <a:lnTo>
                    <a:pt x="276009" y="812977"/>
                  </a:lnTo>
                  <a:lnTo>
                    <a:pt x="257873" y="855929"/>
                  </a:lnTo>
                  <a:lnTo>
                    <a:pt x="251460" y="903732"/>
                  </a:lnTo>
                  <a:lnTo>
                    <a:pt x="257873" y="951547"/>
                  </a:lnTo>
                  <a:lnTo>
                    <a:pt x="276009" y="994498"/>
                  </a:lnTo>
                  <a:lnTo>
                    <a:pt x="304126" y="1030897"/>
                  </a:lnTo>
                  <a:lnTo>
                    <a:pt x="340525" y="1059014"/>
                  </a:lnTo>
                  <a:lnTo>
                    <a:pt x="383476" y="1077150"/>
                  </a:lnTo>
                  <a:lnTo>
                    <a:pt x="431292" y="1083564"/>
                  </a:lnTo>
                  <a:lnTo>
                    <a:pt x="479094" y="1077150"/>
                  </a:lnTo>
                  <a:lnTo>
                    <a:pt x="522046" y="1059014"/>
                  </a:lnTo>
                  <a:lnTo>
                    <a:pt x="558444" y="1030897"/>
                  </a:lnTo>
                  <a:lnTo>
                    <a:pt x="586562" y="994498"/>
                  </a:lnTo>
                  <a:lnTo>
                    <a:pt x="604697" y="951547"/>
                  </a:lnTo>
                  <a:lnTo>
                    <a:pt x="611124" y="903732"/>
                  </a:lnTo>
                  <a:close/>
                </a:path>
                <a:path w="2033270" h="2992120">
                  <a:moveTo>
                    <a:pt x="1167384" y="2811018"/>
                  </a:moveTo>
                  <a:lnTo>
                    <a:pt x="1160919" y="2763024"/>
                  </a:lnTo>
                  <a:lnTo>
                    <a:pt x="1142707" y="2719895"/>
                  </a:lnTo>
                  <a:lnTo>
                    <a:pt x="1114463" y="2683345"/>
                  </a:lnTo>
                  <a:lnTo>
                    <a:pt x="1077912" y="2655100"/>
                  </a:lnTo>
                  <a:lnTo>
                    <a:pt x="1034783" y="2636888"/>
                  </a:lnTo>
                  <a:lnTo>
                    <a:pt x="986790" y="2630424"/>
                  </a:lnTo>
                  <a:lnTo>
                    <a:pt x="938784" y="2636888"/>
                  </a:lnTo>
                  <a:lnTo>
                    <a:pt x="895654" y="2655100"/>
                  </a:lnTo>
                  <a:lnTo>
                    <a:pt x="859104" y="2683345"/>
                  </a:lnTo>
                  <a:lnTo>
                    <a:pt x="830859" y="2719895"/>
                  </a:lnTo>
                  <a:lnTo>
                    <a:pt x="812647" y="2763024"/>
                  </a:lnTo>
                  <a:lnTo>
                    <a:pt x="806196" y="2811018"/>
                  </a:lnTo>
                  <a:lnTo>
                    <a:pt x="812647" y="2859036"/>
                  </a:lnTo>
                  <a:lnTo>
                    <a:pt x="830859" y="2902166"/>
                  </a:lnTo>
                  <a:lnTo>
                    <a:pt x="859104" y="2938716"/>
                  </a:lnTo>
                  <a:lnTo>
                    <a:pt x="895654" y="2966961"/>
                  </a:lnTo>
                  <a:lnTo>
                    <a:pt x="938784" y="2985173"/>
                  </a:lnTo>
                  <a:lnTo>
                    <a:pt x="986790" y="2991612"/>
                  </a:lnTo>
                  <a:lnTo>
                    <a:pt x="1034783" y="2985173"/>
                  </a:lnTo>
                  <a:lnTo>
                    <a:pt x="1077912" y="2966961"/>
                  </a:lnTo>
                  <a:lnTo>
                    <a:pt x="1114463" y="2938716"/>
                  </a:lnTo>
                  <a:lnTo>
                    <a:pt x="1142707" y="2902166"/>
                  </a:lnTo>
                  <a:lnTo>
                    <a:pt x="1160919" y="2859036"/>
                  </a:lnTo>
                  <a:lnTo>
                    <a:pt x="1167384" y="2811018"/>
                  </a:lnTo>
                  <a:close/>
                </a:path>
                <a:path w="2033270" h="2992120">
                  <a:moveTo>
                    <a:pt x="1487424" y="1315212"/>
                  </a:moveTo>
                  <a:lnTo>
                    <a:pt x="1480997" y="1267409"/>
                  </a:lnTo>
                  <a:lnTo>
                    <a:pt x="1462862" y="1224457"/>
                  </a:lnTo>
                  <a:lnTo>
                    <a:pt x="1434744" y="1188059"/>
                  </a:lnTo>
                  <a:lnTo>
                    <a:pt x="1398346" y="1159941"/>
                  </a:lnTo>
                  <a:lnTo>
                    <a:pt x="1355394" y="1141806"/>
                  </a:lnTo>
                  <a:lnTo>
                    <a:pt x="1307592" y="1135380"/>
                  </a:lnTo>
                  <a:lnTo>
                    <a:pt x="1259776" y="1141806"/>
                  </a:lnTo>
                  <a:lnTo>
                    <a:pt x="1216825" y="1159941"/>
                  </a:lnTo>
                  <a:lnTo>
                    <a:pt x="1180426" y="1188059"/>
                  </a:lnTo>
                  <a:lnTo>
                    <a:pt x="1152309" y="1224457"/>
                  </a:lnTo>
                  <a:lnTo>
                    <a:pt x="1134173" y="1267409"/>
                  </a:lnTo>
                  <a:lnTo>
                    <a:pt x="1127760" y="1315212"/>
                  </a:lnTo>
                  <a:lnTo>
                    <a:pt x="1134173" y="1363027"/>
                  </a:lnTo>
                  <a:lnTo>
                    <a:pt x="1152309" y="1405978"/>
                  </a:lnTo>
                  <a:lnTo>
                    <a:pt x="1180426" y="1442377"/>
                  </a:lnTo>
                  <a:lnTo>
                    <a:pt x="1216825" y="1470494"/>
                  </a:lnTo>
                  <a:lnTo>
                    <a:pt x="1259776" y="1488630"/>
                  </a:lnTo>
                  <a:lnTo>
                    <a:pt x="1307592" y="1495044"/>
                  </a:lnTo>
                  <a:lnTo>
                    <a:pt x="1355394" y="1488630"/>
                  </a:lnTo>
                  <a:lnTo>
                    <a:pt x="1398346" y="1470494"/>
                  </a:lnTo>
                  <a:lnTo>
                    <a:pt x="1434744" y="1442377"/>
                  </a:lnTo>
                  <a:lnTo>
                    <a:pt x="1462862" y="1405978"/>
                  </a:lnTo>
                  <a:lnTo>
                    <a:pt x="1480997" y="1363027"/>
                  </a:lnTo>
                  <a:lnTo>
                    <a:pt x="1487424" y="1315212"/>
                  </a:lnTo>
                  <a:close/>
                </a:path>
                <a:path w="2033270" h="2992120">
                  <a:moveTo>
                    <a:pt x="2033016" y="180594"/>
                  </a:moveTo>
                  <a:lnTo>
                    <a:pt x="2026589" y="132600"/>
                  </a:lnTo>
                  <a:lnTo>
                    <a:pt x="2008454" y="89471"/>
                  </a:lnTo>
                  <a:lnTo>
                    <a:pt x="1980336" y="52920"/>
                  </a:lnTo>
                  <a:lnTo>
                    <a:pt x="1943938" y="24676"/>
                  </a:lnTo>
                  <a:lnTo>
                    <a:pt x="1900986" y="6464"/>
                  </a:lnTo>
                  <a:lnTo>
                    <a:pt x="1853184" y="0"/>
                  </a:lnTo>
                  <a:lnTo>
                    <a:pt x="1805368" y="6464"/>
                  </a:lnTo>
                  <a:lnTo>
                    <a:pt x="1762417" y="24676"/>
                  </a:lnTo>
                  <a:lnTo>
                    <a:pt x="1726018" y="52920"/>
                  </a:lnTo>
                  <a:lnTo>
                    <a:pt x="1697901" y="89471"/>
                  </a:lnTo>
                  <a:lnTo>
                    <a:pt x="1679765" y="132600"/>
                  </a:lnTo>
                  <a:lnTo>
                    <a:pt x="1673352" y="180594"/>
                  </a:lnTo>
                  <a:lnTo>
                    <a:pt x="1679765" y="228600"/>
                  </a:lnTo>
                  <a:lnTo>
                    <a:pt x="1697901" y="271729"/>
                  </a:lnTo>
                  <a:lnTo>
                    <a:pt x="1726018" y="308279"/>
                  </a:lnTo>
                  <a:lnTo>
                    <a:pt x="1762417" y="336524"/>
                  </a:lnTo>
                  <a:lnTo>
                    <a:pt x="1805368" y="354736"/>
                  </a:lnTo>
                  <a:lnTo>
                    <a:pt x="1853184" y="361188"/>
                  </a:lnTo>
                  <a:lnTo>
                    <a:pt x="1900986" y="354736"/>
                  </a:lnTo>
                  <a:lnTo>
                    <a:pt x="1943938" y="336524"/>
                  </a:lnTo>
                  <a:lnTo>
                    <a:pt x="1980336" y="308279"/>
                  </a:lnTo>
                  <a:lnTo>
                    <a:pt x="2008454" y="271729"/>
                  </a:lnTo>
                  <a:lnTo>
                    <a:pt x="2026589" y="228600"/>
                  </a:lnTo>
                  <a:lnTo>
                    <a:pt x="2033016" y="180594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1" name="object 19">
            <a:extLst>
              <a:ext uri="{FF2B5EF4-FFF2-40B4-BE49-F238E27FC236}">
                <a16:creationId xmlns="" xmlns:a16="http://schemas.microsoft.com/office/drawing/2014/main" id="{454FB34D-4A96-4EB8-B6BA-243B0B43DBCB}"/>
              </a:ext>
            </a:extLst>
          </p:cNvPr>
          <p:cNvSpPr txBox="1"/>
          <p:nvPr/>
        </p:nvSpPr>
        <p:spPr>
          <a:xfrm>
            <a:off x="2607818" y="4322471"/>
            <a:ext cx="274320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object 20">
            <a:extLst>
              <a:ext uri="{FF2B5EF4-FFF2-40B4-BE49-F238E27FC236}">
                <a16:creationId xmlns="" xmlns:a16="http://schemas.microsoft.com/office/drawing/2014/main" id="{F150E1B0-E277-4809-B080-D6430A94B094}"/>
              </a:ext>
            </a:extLst>
          </p:cNvPr>
          <p:cNvSpPr txBox="1"/>
          <p:nvPr/>
        </p:nvSpPr>
        <p:spPr>
          <a:xfrm>
            <a:off x="1294080" y="3506623"/>
            <a:ext cx="224154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object 21">
            <a:extLst>
              <a:ext uri="{FF2B5EF4-FFF2-40B4-BE49-F238E27FC236}">
                <a16:creationId xmlns="" xmlns:a16="http://schemas.microsoft.com/office/drawing/2014/main" id="{0968DCAD-3B59-46BA-B878-240ECD81B024}"/>
              </a:ext>
            </a:extLst>
          </p:cNvPr>
          <p:cNvSpPr txBox="1"/>
          <p:nvPr/>
        </p:nvSpPr>
        <p:spPr>
          <a:xfrm>
            <a:off x="2423034" y="3153055"/>
            <a:ext cx="274320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object 22">
            <a:extLst>
              <a:ext uri="{FF2B5EF4-FFF2-40B4-BE49-F238E27FC236}">
                <a16:creationId xmlns="" xmlns:a16="http://schemas.microsoft.com/office/drawing/2014/main" id="{678615D6-9A05-4D2A-BB13-6D4CAB182B83}"/>
              </a:ext>
            </a:extLst>
          </p:cNvPr>
          <p:cNvSpPr txBox="1"/>
          <p:nvPr/>
        </p:nvSpPr>
        <p:spPr>
          <a:xfrm>
            <a:off x="2263903" y="5933999"/>
            <a:ext cx="3005455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2707640" algn="l"/>
              </a:tabLst>
            </a:pPr>
            <a:r>
              <a:rPr sz="2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	</a:t>
            </a:r>
            <a:r>
              <a:rPr sz="2000" b="1" i="1" spc="-7" baseline="1388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sz="2000" baseline="1388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object 23">
            <a:extLst>
              <a:ext uri="{FF2B5EF4-FFF2-40B4-BE49-F238E27FC236}">
                <a16:creationId xmlns="" xmlns:a16="http://schemas.microsoft.com/office/drawing/2014/main" id="{847B6378-7DCE-48F0-A24E-01B506C48F8D}"/>
              </a:ext>
            </a:extLst>
          </p:cNvPr>
          <p:cNvSpPr txBox="1"/>
          <p:nvPr/>
        </p:nvSpPr>
        <p:spPr>
          <a:xfrm>
            <a:off x="1479424" y="5432628"/>
            <a:ext cx="273685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6185" y="-152400"/>
            <a:ext cx="10360025" cy="106606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5"/>
              </a:spcBef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algn="just">
              <a:lnSpc>
                <a:spcPct val="90000"/>
              </a:lnSpc>
            </a:pP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</a:t>
            </a:r>
            <a:r>
              <a:rPr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sets.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b="1" i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intersection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sets </a:t>
            </a:r>
            <a:r>
              <a:rPr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denoted by </a:t>
            </a:r>
            <a:r>
              <a:rPr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∩ </a:t>
            </a:r>
            <a:r>
              <a:rPr i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B,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that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those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elements </a:t>
            </a:r>
            <a:r>
              <a:rPr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</a:t>
            </a:r>
            <a:r>
              <a:rPr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8600" y="15389"/>
            <a:ext cx="305117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800" spc="-4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1800" spc="-6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800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800" spc="-6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section</a:t>
            </a:r>
          </a:p>
        </p:txBody>
      </p:sp>
      <p:sp>
        <p:nvSpPr>
          <p:cNvPr id="4" name="object 2">
            <a:extLst>
              <a:ext uri="{FF2B5EF4-FFF2-40B4-BE49-F238E27FC236}">
                <a16:creationId xmlns="" xmlns:a16="http://schemas.microsoft.com/office/drawing/2014/main" id="{A2222A5E-1E02-4BBA-9858-0DC2E4B79404}"/>
              </a:ext>
            </a:extLst>
          </p:cNvPr>
          <p:cNvSpPr/>
          <p:nvPr/>
        </p:nvSpPr>
        <p:spPr>
          <a:xfrm>
            <a:off x="541616" y="2186092"/>
            <a:ext cx="6223000" cy="4183379"/>
          </a:xfrm>
          <a:custGeom>
            <a:avLst/>
            <a:gdLst/>
            <a:ahLst/>
            <a:cxnLst/>
            <a:rect l="l" t="t" r="r" b="b"/>
            <a:pathLst>
              <a:path w="6223000" h="4183379">
                <a:moveTo>
                  <a:pt x="0" y="4183379"/>
                </a:moveTo>
                <a:lnTo>
                  <a:pt x="6222492" y="4183379"/>
                </a:lnTo>
                <a:lnTo>
                  <a:pt x="6222492" y="0"/>
                </a:lnTo>
                <a:lnTo>
                  <a:pt x="0" y="0"/>
                </a:lnTo>
                <a:lnTo>
                  <a:pt x="0" y="4183379"/>
                </a:lnTo>
                <a:close/>
              </a:path>
            </a:pathLst>
          </a:custGeom>
          <a:ln w="38100">
            <a:solidFill>
              <a:srgbClr val="FFD966"/>
            </a:solidFill>
          </a:ln>
        </p:spPr>
        <p:txBody>
          <a:bodyPr wrap="square" lIns="0" tIns="0" rIns="0" bIns="0" rtlCol="0"/>
          <a:lstStyle/>
          <a:p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="" xmlns:a16="http://schemas.microsoft.com/office/drawing/2014/main" id="{D6A34F2C-A284-49D8-AE03-93A83EDEC679}"/>
              </a:ext>
            </a:extLst>
          </p:cNvPr>
          <p:cNvSpPr txBox="1"/>
          <p:nvPr/>
        </p:nvSpPr>
        <p:spPr>
          <a:xfrm>
            <a:off x="632903" y="2143927"/>
            <a:ext cx="278765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4">
            <a:extLst>
              <a:ext uri="{FF2B5EF4-FFF2-40B4-BE49-F238E27FC236}">
                <a16:creationId xmlns="" xmlns:a16="http://schemas.microsoft.com/office/drawing/2014/main" id="{CDD187ED-E9DD-497D-8727-6A19F3765FE1}"/>
              </a:ext>
            </a:extLst>
          </p:cNvPr>
          <p:cNvSpPr txBox="1">
            <a:spLocks/>
          </p:cNvSpPr>
          <p:nvPr/>
        </p:nvSpPr>
        <p:spPr>
          <a:xfrm>
            <a:off x="846669" y="1016548"/>
            <a:ext cx="213614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6400" b="1" i="0">
                <a:solidFill>
                  <a:srgbClr val="F8CAAC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4400" ker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</a:p>
        </p:txBody>
      </p:sp>
      <p:grpSp>
        <p:nvGrpSpPr>
          <p:cNvPr id="7" name="object 5">
            <a:extLst>
              <a:ext uri="{FF2B5EF4-FFF2-40B4-BE49-F238E27FC236}">
                <a16:creationId xmlns="" xmlns:a16="http://schemas.microsoft.com/office/drawing/2014/main" id="{49528F50-5997-4BEE-87DA-C4B0846F9127}"/>
              </a:ext>
            </a:extLst>
          </p:cNvPr>
          <p:cNvGrpSpPr/>
          <p:nvPr/>
        </p:nvGrpSpPr>
        <p:grpSpPr>
          <a:xfrm>
            <a:off x="864235" y="2454111"/>
            <a:ext cx="5231765" cy="3221355"/>
            <a:chOff x="934505" y="2004617"/>
            <a:chExt cx="5231765" cy="3221355"/>
          </a:xfrm>
        </p:grpSpPr>
        <p:sp>
          <p:nvSpPr>
            <p:cNvPr id="8" name="object 6">
              <a:extLst>
                <a:ext uri="{FF2B5EF4-FFF2-40B4-BE49-F238E27FC236}">
                  <a16:creationId xmlns="" xmlns:a16="http://schemas.microsoft.com/office/drawing/2014/main" id="{EB3607FD-FEEC-4D88-A513-5087B20B9201}"/>
                </a:ext>
              </a:extLst>
            </p:cNvPr>
            <p:cNvSpPr/>
            <p:nvPr/>
          </p:nvSpPr>
          <p:spPr>
            <a:xfrm>
              <a:off x="953555" y="2023667"/>
              <a:ext cx="4050665" cy="3183255"/>
            </a:xfrm>
            <a:custGeom>
              <a:avLst/>
              <a:gdLst/>
              <a:ahLst/>
              <a:cxnLst/>
              <a:rect l="l" t="t" r="r" b="b"/>
              <a:pathLst>
                <a:path w="4050665" h="3183254">
                  <a:moveTo>
                    <a:pt x="46391" y="1019379"/>
                  </a:moveTo>
                  <a:lnTo>
                    <a:pt x="58512" y="980028"/>
                  </a:lnTo>
                  <a:lnTo>
                    <a:pt x="71925" y="941327"/>
                  </a:lnTo>
                  <a:lnTo>
                    <a:pt x="86610" y="903284"/>
                  </a:lnTo>
                  <a:lnTo>
                    <a:pt x="102545" y="865907"/>
                  </a:lnTo>
                  <a:lnTo>
                    <a:pt x="119709" y="829203"/>
                  </a:lnTo>
                  <a:lnTo>
                    <a:pt x="138083" y="793181"/>
                  </a:lnTo>
                  <a:lnTo>
                    <a:pt x="157644" y="757848"/>
                  </a:lnTo>
                  <a:lnTo>
                    <a:pt x="178373" y="723212"/>
                  </a:lnTo>
                  <a:lnTo>
                    <a:pt x="200248" y="689282"/>
                  </a:lnTo>
                  <a:lnTo>
                    <a:pt x="223249" y="656064"/>
                  </a:lnTo>
                  <a:lnTo>
                    <a:pt x="247355" y="623567"/>
                  </a:lnTo>
                  <a:lnTo>
                    <a:pt x="272544" y="591799"/>
                  </a:lnTo>
                  <a:lnTo>
                    <a:pt x="298797" y="560768"/>
                  </a:lnTo>
                  <a:lnTo>
                    <a:pt x="326092" y="530482"/>
                  </a:lnTo>
                  <a:lnTo>
                    <a:pt x="354409" y="500947"/>
                  </a:lnTo>
                  <a:lnTo>
                    <a:pt x="383727" y="472173"/>
                  </a:lnTo>
                  <a:lnTo>
                    <a:pt x="414025" y="444167"/>
                  </a:lnTo>
                  <a:lnTo>
                    <a:pt x="445281" y="416938"/>
                  </a:lnTo>
                  <a:lnTo>
                    <a:pt x="477477" y="390492"/>
                  </a:lnTo>
                  <a:lnTo>
                    <a:pt x="510590" y="364838"/>
                  </a:lnTo>
                  <a:lnTo>
                    <a:pt x="544599" y="339983"/>
                  </a:lnTo>
                  <a:lnTo>
                    <a:pt x="579485" y="315937"/>
                  </a:lnTo>
                  <a:lnTo>
                    <a:pt x="615226" y="292705"/>
                  </a:lnTo>
                  <a:lnTo>
                    <a:pt x="651801" y="270297"/>
                  </a:lnTo>
                  <a:lnTo>
                    <a:pt x="689190" y="248721"/>
                  </a:lnTo>
                  <a:lnTo>
                    <a:pt x="727371" y="227983"/>
                  </a:lnTo>
                  <a:lnTo>
                    <a:pt x="766324" y="208092"/>
                  </a:lnTo>
                  <a:lnTo>
                    <a:pt x="806029" y="189057"/>
                  </a:lnTo>
                  <a:lnTo>
                    <a:pt x="846464" y="170884"/>
                  </a:lnTo>
                  <a:lnTo>
                    <a:pt x="887608" y="153581"/>
                  </a:lnTo>
                  <a:lnTo>
                    <a:pt x="929441" y="137157"/>
                  </a:lnTo>
                  <a:lnTo>
                    <a:pt x="971942" y="121620"/>
                  </a:lnTo>
                  <a:lnTo>
                    <a:pt x="1015090" y="106976"/>
                  </a:lnTo>
                  <a:lnTo>
                    <a:pt x="1058865" y="93235"/>
                  </a:lnTo>
                  <a:lnTo>
                    <a:pt x="1103245" y="80404"/>
                  </a:lnTo>
                  <a:lnTo>
                    <a:pt x="1148210" y="68491"/>
                  </a:lnTo>
                  <a:lnTo>
                    <a:pt x="1193738" y="57504"/>
                  </a:lnTo>
                  <a:lnTo>
                    <a:pt x="1239810" y="47450"/>
                  </a:lnTo>
                  <a:lnTo>
                    <a:pt x="1286404" y="38338"/>
                  </a:lnTo>
                  <a:lnTo>
                    <a:pt x="1333499" y="30175"/>
                  </a:lnTo>
                  <a:lnTo>
                    <a:pt x="1381075" y="22970"/>
                  </a:lnTo>
                  <a:lnTo>
                    <a:pt x="1429111" y="16730"/>
                  </a:lnTo>
                  <a:lnTo>
                    <a:pt x="1477586" y="11463"/>
                  </a:lnTo>
                  <a:lnTo>
                    <a:pt x="1526479" y="7177"/>
                  </a:lnTo>
                  <a:lnTo>
                    <a:pt x="1575770" y="3879"/>
                  </a:lnTo>
                  <a:lnTo>
                    <a:pt x="1625438" y="1579"/>
                  </a:lnTo>
                  <a:lnTo>
                    <a:pt x="1675461" y="283"/>
                  </a:lnTo>
                  <a:lnTo>
                    <a:pt x="1725819" y="0"/>
                  </a:lnTo>
                  <a:lnTo>
                    <a:pt x="1776491" y="736"/>
                  </a:lnTo>
                  <a:lnTo>
                    <a:pt x="1827457" y="2502"/>
                  </a:lnTo>
                  <a:lnTo>
                    <a:pt x="1878696" y="5303"/>
                  </a:lnTo>
                  <a:lnTo>
                    <a:pt x="1930186" y="9148"/>
                  </a:lnTo>
                  <a:lnTo>
                    <a:pt x="1981908" y="14046"/>
                  </a:lnTo>
                  <a:lnTo>
                    <a:pt x="2033839" y="20003"/>
                  </a:lnTo>
                  <a:lnTo>
                    <a:pt x="2085960" y="27027"/>
                  </a:lnTo>
                  <a:lnTo>
                    <a:pt x="2138250" y="35128"/>
                  </a:lnTo>
                  <a:lnTo>
                    <a:pt x="2190687" y="44311"/>
                  </a:lnTo>
                  <a:lnTo>
                    <a:pt x="2243251" y="54586"/>
                  </a:lnTo>
                  <a:lnTo>
                    <a:pt x="2295922" y="65960"/>
                  </a:lnTo>
                  <a:lnTo>
                    <a:pt x="2348677" y="78441"/>
                  </a:lnTo>
                  <a:lnTo>
                    <a:pt x="2401498" y="92038"/>
                  </a:lnTo>
                  <a:lnTo>
                    <a:pt x="2454362" y="106757"/>
                  </a:lnTo>
                  <a:lnTo>
                    <a:pt x="2506934" y="122515"/>
                  </a:lnTo>
                  <a:lnTo>
                    <a:pt x="2558869" y="139199"/>
                  </a:lnTo>
                  <a:lnTo>
                    <a:pt x="2610154" y="156792"/>
                  </a:lnTo>
                  <a:lnTo>
                    <a:pt x="2660776" y="175276"/>
                  </a:lnTo>
                  <a:lnTo>
                    <a:pt x="2710722" y="194632"/>
                  </a:lnTo>
                  <a:lnTo>
                    <a:pt x="2759977" y="214844"/>
                  </a:lnTo>
                  <a:lnTo>
                    <a:pt x="2808529" y="235893"/>
                  </a:lnTo>
                  <a:lnTo>
                    <a:pt x="2856365" y="257761"/>
                  </a:lnTo>
                  <a:lnTo>
                    <a:pt x="2903470" y="280432"/>
                  </a:lnTo>
                  <a:lnTo>
                    <a:pt x="2949832" y="303886"/>
                  </a:lnTo>
                  <a:lnTo>
                    <a:pt x="2995437" y="328107"/>
                  </a:lnTo>
                  <a:lnTo>
                    <a:pt x="3040272" y="353077"/>
                  </a:lnTo>
                  <a:lnTo>
                    <a:pt x="3084323" y="378777"/>
                  </a:lnTo>
                  <a:lnTo>
                    <a:pt x="3127577" y="405190"/>
                  </a:lnTo>
                  <a:lnTo>
                    <a:pt x="3170021" y="432299"/>
                  </a:lnTo>
                  <a:lnTo>
                    <a:pt x="3211640" y="460085"/>
                  </a:lnTo>
                  <a:lnTo>
                    <a:pt x="3252423" y="488531"/>
                  </a:lnTo>
                  <a:lnTo>
                    <a:pt x="3292355" y="517619"/>
                  </a:lnTo>
                  <a:lnTo>
                    <a:pt x="3331423" y="547331"/>
                  </a:lnTo>
                  <a:lnTo>
                    <a:pt x="3369614" y="577650"/>
                  </a:lnTo>
                  <a:lnTo>
                    <a:pt x="3406914" y="608557"/>
                  </a:lnTo>
                  <a:lnTo>
                    <a:pt x="3443310" y="640035"/>
                  </a:lnTo>
                  <a:lnTo>
                    <a:pt x="3478789" y="672066"/>
                  </a:lnTo>
                  <a:lnTo>
                    <a:pt x="3513336" y="704633"/>
                  </a:lnTo>
                  <a:lnTo>
                    <a:pt x="3546940" y="737718"/>
                  </a:lnTo>
                  <a:lnTo>
                    <a:pt x="3579586" y="771302"/>
                  </a:lnTo>
                  <a:lnTo>
                    <a:pt x="3611260" y="805368"/>
                  </a:lnTo>
                  <a:lnTo>
                    <a:pt x="3641951" y="839899"/>
                  </a:lnTo>
                  <a:lnTo>
                    <a:pt x="3671643" y="874876"/>
                  </a:lnTo>
                  <a:lnTo>
                    <a:pt x="3700325" y="910282"/>
                  </a:lnTo>
                  <a:lnTo>
                    <a:pt x="3727982" y="946100"/>
                  </a:lnTo>
                  <a:lnTo>
                    <a:pt x="3754600" y="982310"/>
                  </a:lnTo>
                  <a:lnTo>
                    <a:pt x="3780168" y="1018896"/>
                  </a:lnTo>
                  <a:lnTo>
                    <a:pt x="3804671" y="1055840"/>
                  </a:lnTo>
                  <a:lnTo>
                    <a:pt x="3828096" y="1093124"/>
                  </a:lnTo>
                  <a:lnTo>
                    <a:pt x="3850429" y="1130730"/>
                  </a:lnTo>
                  <a:lnTo>
                    <a:pt x="3871657" y="1168640"/>
                  </a:lnTo>
                  <a:lnTo>
                    <a:pt x="3891768" y="1206837"/>
                  </a:lnTo>
                  <a:lnTo>
                    <a:pt x="3910746" y="1245303"/>
                  </a:lnTo>
                  <a:lnTo>
                    <a:pt x="3928580" y="1284021"/>
                  </a:lnTo>
                  <a:lnTo>
                    <a:pt x="3945255" y="1322971"/>
                  </a:lnTo>
                  <a:lnTo>
                    <a:pt x="3960759" y="1362138"/>
                  </a:lnTo>
                  <a:lnTo>
                    <a:pt x="3975077" y="1401502"/>
                  </a:lnTo>
                  <a:lnTo>
                    <a:pt x="3988196" y="1441046"/>
                  </a:lnTo>
                  <a:lnTo>
                    <a:pt x="4000104" y="1480753"/>
                  </a:lnTo>
                  <a:lnTo>
                    <a:pt x="4010787" y="1520604"/>
                  </a:lnTo>
                  <a:lnTo>
                    <a:pt x="4020231" y="1560582"/>
                  </a:lnTo>
                  <a:lnTo>
                    <a:pt x="4028422" y="1600670"/>
                  </a:lnTo>
                  <a:lnTo>
                    <a:pt x="4035348" y="1640848"/>
                  </a:lnTo>
                  <a:lnTo>
                    <a:pt x="4040996" y="1681100"/>
                  </a:lnTo>
                  <a:lnTo>
                    <a:pt x="4045351" y="1721408"/>
                  </a:lnTo>
                  <a:lnTo>
                    <a:pt x="4048401" y="1761754"/>
                  </a:lnTo>
                  <a:lnTo>
                    <a:pt x="4050131" y="1802120"/>
                  </a:lnTo>
                  <a:lnTo>
                    <a:pt x="4050529" y="1842488"/>
                  </a:lnTo>
                  <a:lnTo>
                    <a:pt x="4049582" y="1882842"/>
                  </a:lnTo>
                  <a:lnTo>
                    <a:pt x="4047275" y="1923162"/>
                  </a:lnTo>
                  <a:lnTo>
                    <a:pt x="4043596" y="1963431"/>
                  </a:lnTo>
                  <a:lnTo>
                    <a:pt x="4038531" y="2003632"/>
                  </a:lnTo>
                  <a:lnTo>
                    <a:pt x="4032066" y="2043747"/>
                  </a:lnTo>
                  <a:lnTo>
                    <a:pt x="4024189" y="2083757"/>
                  </a:lnTo>
                  <a:lnTo>
                    <a:pt x="4014886" y="2123646"/>
                  </a:lnTo>
                  <a:lnTo>
                    <a:pt x="4004143" y="2163395"/>
                  </a:lnTo>
                  <a:lnTo>
                    <a:pt x="3992023" y="2202745"/>
                  </a:lnTo>
                  <a:lnTo>
                    <a:pt x="3978611" y="2241446"/>
                  </a:lnTo>
                  <a:lnTo>
                    <a:pt x="3963928" y="2279489"/>
                  </a:lnTo>
                  <a:lnTo>
                    <a:pt x="3947994" y="2316867"/>
                  </a:lnTo>
                  <a:lnTo>
                    <a:pt x="3930831" y="2353570"/>
                  </a:lnTo>
                  <a:lnTo>
                    <a:pt x="3912459" y="2389593"/>
                  </a:lnTo>
                  <a:lnTo>
                    <a:pt x="3892898" y="2424925"/>
                  </a:lnTo>
                  <a:lnTo>
                    <a:pt x="3872171" y="2459561"/>
                  </a:lnTo>
                  <a:lnTo>
                    <a:pt x="3850297" y="2493492"/>
                  </a:lnTo>
                  <a:lnTo>
                    <a:pt x="3827297" y="2526709"/>
                  </a:lnTo>
                  <a:lnTo>
                    <a:pt x="3803192" y="2559206"/>
                  </a:lnTo>
                  <a:lnTo>
                    <a:pt x="3778004" y="2590974"/>
                  </a:lnTo>
                  <a:lnTo>
                    <a:pt x="3751752" y="2622005"/>
                  </a:lnTo>
                  <a:lnTo>
                    <a:pt x="3724457" y="2652292"/>
                  </a:lnTo>
                  <a:lnTo>
                    <a:pt x="3696141" y="2681826"/>
                  </a:lnTo>
                  <a:lnTo>
                    <a:pt x="3666824" y="2710600"/>
                  </a:lnTo>
                  <a:lnTo>
                    <a:pt x="3636527" y="2738606"/>
                  </a:lnTo>
                  <a:lnTo>
                    <a:pt x="3605271" y="2765835"/>
                  </a:lnTo>
                  <a:lnTo>
                    <a:pt x="3573076" y="2792281"/>
                  </a:lnTo>
                  <a:lnTo>
                    <a:pt x="3539964" y="2817935"/>
                  </a:lnTo>
                  <a:lnTo>
                    <a:pt x="3505955" y="2842790"/>
                  </a:lnTo>
                  <a:lnTo>
                    <a:pt x="3471070" y="2866836"/>
                  </a:lnTo>
                  <a:lnTo>
                    <a:pt x="3435329" y="2890068"/>
                  </a:lnTo>
                  <a:lnTo>
                    <a:pt x="3398754" y="2912476"/>
                  </a:lnTo>
                  <a:lnTo>
                    <a:pt x="3361366" y="2934052"/>
                  </a:lnTo>
                  <a:lnTo>
                    <a:pt x="3323184" y="2954790"/>
                  </a:lnTo>
                  <a:lnTo>
                    <a:pt x="3284231" y="2974681"/>
                  </a:lnTo>
                  <a:lnTo>
                    <a:pt x="3244526" y="2993717"/>
                  </a:lnTo>
                  <a:lnTo>
                    <a:pt x="3204091" y="3011890"/>
                  </a:lnTo>
                  <a:lnTo>
                    <a:pt x="3162946" y="3029192"/>
                  </a:lnTo>
                  <a:lnTo>
                    <a:pt x="3121112" y="3045616"/>
                  </a:lnTo>
                  <a:lnTo>
                    <a:pt x="3078610" y="3061153"/>
                  </a:lnTo>
                  <a:lnTo>
                    <a:pt x="3035461" y="3075797"/>
                  </a:lnTo>
                  <a:lnTo>
                    <a:pt x="2991686" y="3089538"/>
                  </a:lnTo>
                  <a:lnTo>
                    <a:pt x="2947305" y="3102369"/>
                  </a:lnTo>
                  <a:lnTo>
                    <a:pt x="2902339" y="3114282"/>
                  </a:lnTo>
                  <a:lnTo>
                    <a:pt x="2856809" y="3125269"/>
                  </a:lnTo>
                  <a:lnTo>
                    <a:pt x="2810736" y="3135323"/>
                  </a:lnTo>
                  <a:lnTo>
                    <a:pt x="2764141" y="3144435"/>
                  </a:lnTo>
                  <a:lnTo>
                    <a:pt x="2717043" y="3152598"/>
                  </a:lnTo>
                  <a:lnTo>
                    <a:pt x="2669465" y="3159803"/>
                  </a:lnTo>
                  <a:lnTo>
                    <a:pt x="2621427" y="3166043"/>
                  </a:lnTo>
                  <a:lnTo>
                    <a:pt x="2572950" y="3171310"/>
                  </a:lnTo>
                  <a:lnTo>
                    <a:pt x="2524054" y="3175596"/>
                  </a:lnTo>
                  <a:lnTo>
                    <a:pt x="2474761" y="3178894"/>
                  </a:lnTo>
                  <a:lnTo>
                    <a:pt x="2425091" y="3181194"/>
                  </a:lnTo>
                  <a:lnTo>
                    <a:pt x="2375065" y="3182490"/>
                  </a:lnTo>
                  <a:lnTo>
                    <a:pt x="2324704" y="3182774"/>
                  </a:lnTo>
                  <a:lnTo>
                    <a:pt x="2274028" y="3182037"/>
                  </a:lnTo>
                  <a:lnTo>
                    <a:pt x="2223058" y="3180271"/>
                  </a:lnTo>
                  <a:lnTo>
                    <a:pt x="2171816" y="3177470"/>
                  </a:lnTo>
                  <a:lnTo>
                    <a:pt x="2120322" y="3173625"/>
                  </a:lnTo>
                  <a:lnTo>
                    <a:pt x="2068597" y="3168728"/>
                  </a:lnTo>
                  <a:lnTo>
                    <a:pt x="2016661" y="3162771"/>
                  </a:lnTo>
                  <a:lnTo>
                    <a:pt x="1964535" y="3155746"/>
                  </a:lnTo>
                  <a:lnTo>
                    <a:pt x="1912241" y="3147646"/>
                  </a:lnTo>
                  <a:lnTo>
                    <a:pt x="1859799" y="3138462"/>
                  </a:lnTo>
                  <a:lnTo>
                    <a:pt x="1807230" y="3128187"/>
                  </a:lnTo>
                  <a:lnTo>
                    <a:pt x="1754554" y="3116813"/>
                  </a:lnTo>
                  <a:lnTo>
                    <a:pt x="1701792" y="3104332"/>
                  </a:lnTo>
                  <a:lnTo>
                    <a:pt x="1648966" y="3090736"/>
                  </a:lnTo>
                  <a:lnTo>
                    <a:pt x="1596096" y="3076017"/>
                  </a:lnTo>
                  <a:lnTo>
                    <a:pt x="1543531" y="3060258"/>
                  </a:lnTo>
                  <a:lnTo>
                    <a:pt x="1491601" y="3043574"/>
                  </a:lnTo>
                  <a:lnTo>
                    <a:pt x="1440321" y="3025981"/>
                  </a:lnTo>
                  <a:lnTo>
                    <a:pt x="1389704" y="3007498"/>
                  </a:lnTo>
                  <a:lnTo>
                    <a:pt x="1339764" y="2988141"/>
                  </a:lnTo>
                  <a:lnTo>
                    <a:pt x="1290512" y="2967930"/>
                  </a:lnTo>
                  <a:lnTo>
                    <a:pt x="1241965" y="2946881"/>
                  </a:lnTo>
                  <a:lnTo>
                    <a:pt x="1194133" y="2925012"/>
                  </a:lnTo>
                  <a:lnTo>
                    <a:pt x="1147031" y="2902341"/>
                  </a:lnTo>
                  <a:lnTo>
                    <a:pt x="1100673" y="2878887"/>
                  </a:lnTo>
                  <a:lnTo>
                    <a:pt x="1055071" y="2854666"/>
                  </a:lnTo>
                  <a:lnTo>
                    <a:pt x="1010239" y="2829696"/>
                  </a:lnTo>
                  <a:lnTo>
                    <a:pt x="966191" y="2803996"/>
                  </a:lnTo>
                  <a:lnTo>
                    <a:pt x="922940" y="2777583"/>
                  </a:lnTo>
                  <a:lnTo>
                    <a:pt x="880498" y="2750474"/>
                  </a:lnTo>
                  <a:lnTo>
                    <a:pt x="838881" y="2722688"/>
                  </a:lnTo>
                  <a:lnTo>
                    <a:pt x="798100" y="2694242"/>
                  </a:lnTo>
                  <a:lnTo>
                    <a:pt x="758170" y="2665154"/>
                  </a:lnTo>
                  <a:lnTo>
                    <a:pt x="719103" y="2635442"/>
                  </a:lnTo>
                  <a:lnTo>
                    <a:pt x="680914" y="2605124"/>
                  </a:lnTo>
                  <a:lnTo>
                    <a:pt x="643615" y="2574216"/>
                  </a:lnTo>
                  <a:lnTo>
                    <a:pt x="607220" y="2542738"/>
                  </a:lnTo>
                  <a:lnTo>
                    <a:pt x="571742" y="2510707"/>
                  </a:lnTo>
                  <a:lnTo>
                    <a:pt x="537195" y="2478140"/>
                  </a:lnTo>
                  <a:lnTo>
                    <a:pt x="503593" y="2445056"/>
                  </a:lnTo>
                  <a:lnTo>
                    <a:pt x="470948" y="2411471"/>
                  </a:lnTo>
                  <a:lnTo>
                    <a:pt x="439273" y="2377405"/>
                  </a:lnTo>
                  <a:lnTo>
                    <a:pt x="408583" y="2342874"/>
                  </a:lnTo>
                  <a:lnTo>
                    <a:pt x="378891" y="2307897"/>
                  </a:lnTo>
                  <a:lnTo>
                    <a:pt x="350210" y="2272491"/>
                  </a:lnTo>
                  <a:lnTo>
                    <a:pt x="322553" y="2236674"/>
                  </a:lnTo>
                  <a:lnTo>
                    <a:pt x="295934" y="2200463"/>
                  </a:lnTo>
                  <a:lnTo>
                    <a:pt x="270366" y="2163877"/>
                  </a:lnTo>
                  <a:lnTo>
                    <a:pt x="245863" y="2126933"/>
                  </a:lnTo>
                  <a:lnTo>
                    <a:pt x="222438" y="2089650"/>
                  </a:lnTo>
                  <a:lnTo>
                    <a:pt x="200104" y="2052044"/>
                  </a:lnTo>
                  <a:lnTo>
                    <a:pt x="178876" y="2014133"/>
                  </a:lnTo>
                  <a:lnTo>
                    <a:pt x="158765" y="1975936"/>
                  </a:lnTo>
                  <a:lnTo>
                    <a:pt x="139786" y="1937470"/>
                  </a:lnTo>
                  <a:lnTo>
                    <a:pt x="121952" y="1898753"/>
                  </a:lnTo>
                  <a:lnTo>
                    <a:pt x="105277" y="1859802"/>
                  </a:lnTo>
                  <a:lnTo>
                    <a:pt x="89773" y="1820635"/>
                  </a:lnTo>
                  <a:lnTo>
                    <a:pt x="75454" y="1781271"/>
                  </a:lnTo>
                  <a:lnTo>
                    <a:pt x="62334" y="1741727"/>
                  </a:lnTo>
                  <a:lnTo>
                    <a:pt x="50426" y="1702020"/>
                  </a:lnTo>
                  <a:lnTo>
                    <a:pt x="39743" y="1662169"/>
                  </a:lnTo>
                  <a:lnTo>
                    <a:pt x="30299" y="1622191"/>
                  </a:lnTo>
                  <a:lnTo>
                    <a:pt x="22107" y="1582103"/>
                  </a:lnTo>
                  <a:lnTo>
                    <a:pt x="15180" y="1541925"/>
                  </a:lnTo>
                  <a:lnTo>
                    <a:pt x="9533" y="1501673"/>
                  </a:lnTo>
                  <a:lnTo>
                    <a:pt x="5178" y="1461365"/>
                  </a:lnTo>
                  <a:lnTo>
                    <a:pt x="2128" y="1421019"/>
                  </a:lnTo>
                  <a:lnTo>
                    <a:pt x="398" y="1380653"/>
                  </a:lnTo>
                  <a:lnTo>
                    <a:pt x="0" y="1340285"/>
                  </a:lnTo>
                  <a:lnTo>
                    <a:pt x="947" y="1299931"/>
                  </a:lnTo>
                  <a:lnTo>
                    <a:pt x="3254" y="1259611"/>
                  </a:lnTo>
                  <a:lnTo>
                    <a:pt x="6934" y="1219342"/>
                  </a:lnTo>
                  <a:lnTo>
                    <a:pt x="12000" y="1179141"/>
                  </a:lnTo>
                  <a:lnTo>
                    <a:pt x="18465" y="1139026"/>
                  </a:lnTo>
                  <a:lnTo>
                    <a:pt x="26343" y="1099016"/>
                  </a:lnTo>
                  <a:lnTo>
                    <a:pt x="35647" y="1059127"/>
                  </a:lnTo>
                  <a:lnTo>
                    <a:pt x="46391" y="1019379"/>
                  </a:lnTo>
                  <a:close/>
                </a:path>
              </a:pathLst>
            </a:custGeom>
            <a:ln w="38100">
              <a:solidFill>
                <a:srgbClr val="FFD966"/>
              </a:solidFill>
            </a:ln>
          </p:spPr>
          <p:txBody>
            <a:bodyPr wrap="square" lIns="0" tIns="0" rIns="0" bIns="0" rtlCol="0"/>
            <a:lstStyle/>
            <a:p>
              <a:endParaRPr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object 7">
              <a:extLst>
                <a:ext uri="{FF2B5EF4-FFF2-40B4-BE49-F238E27FC236}">
                  <a16:creationId xmlns="" xmlns:a16="http://schemas.microsoft.com/office/drawing/2014/main" id="{AE137502-8973-4BCE-B006-C63035FE9646}"/>
                </a:ext>
              </a:extLst>
            </p:cNvPr>
            <p:cNvSpPr/>
            <p:nvPr/>
          </p:nvSpPr>
          <p:spPr>
            <a:xfrm>
              <a:off x="3410712" y="2415539"/>
              <a:ext cx="2755900" cy="2522220"/>
            </a:xfrm>
            <a:custGeom>
              <a:avLst/>
              <a:gdLst/>
              <a:ahLst/>
              <a:cxnLst/>
              <a:rect l="l" t="t" r="r" b="b"/>
              <a:pathLst>
                <a:path w="2755900" h="2522220">
                  <a:moveTo>
                    <a:pt x="359664" y="1981962"/>
                  </a:moveTo>
                  <a:lnTo>
                    <a:pt x="353237" y="1933968"/>
                  </a:lnTo>
                  <a:lnTo>
                    <a:pt x="335102" y="1890839"/>
                  </a:lnTo>
                  <a:lnTo>
                    <a:pt x="306984" y="1854288"/>
                  </a:lnTo>
                  <a:lnTo>
                    <a:pt x="270586" y="1826044"/>
                  </a:lnTo>
                  <a:lnTo>
                    <a:pt x="227634" y="1807832"/>
                  </a:lnTo>
                  <a:lnTo>
                    <a:pt x="179832" y="1801368"/>
                  </a:lnTo>
                  <a:lnTo>
                    <a:pt x="132016" y="1807832"/>
                  </a:lnTo>
                  <a:lnTo>
                    <a:pt x="89065" y="1826044"/>
                  </a:lnTo>
                  <a:lnTo>
                    <a:pt x="52666" y="1854288"/>
                  </a:lnTo>
                  <a:lnTo>
                    <a:pt x="24549" y="1890839"/>
                  </a:lnTo>
                  <a:lnTo>
                    <a:pt x="6413" y="1933968"/>
                  </a:lnTo>
                  <a:lnTo>
                    <a:pt x="0" y="1981962"/>
                  </a:lnTo>
                  <a:lnTo>
                    <a:pt x="6413" y="2029968"/>
                  </a:lnTo>
                  <a:lnTo>
                    <a:pt x="24549" y="2073097"/>
                  </a:lnTo>
                  <a:lnTo>
                    <a:pt x="52666" y="2109647"/>
                  </a:lnTo>
                  <a:lnTo>
                    <a:pt x="89065" y="2137892"/>
                  </a:lnTo>
                  <a:lnTo>
                    <a:pt x="132016" y="2156104"/>
                  </a:lnTo>
                  <a:lnTo>
                    <a:pt x="179832" y="2162556"/>
                  </a:lnTo>
                  <a:lnTo>
                    <a:pt x="227634" y="2156104"/>
                  </a:lnTo>
                  <a:lnTo>
                    <a:pt x="270586" y="2137892"/>
                  </a:lnTo>
                  <a:lnTo>
                    <a:pt x="306984" y="2109647"/>
                  </a:lnTo>
                  <a:lnTo>
                    <a:pt x="335102" y="2073097"/>
                  </a:lnTo>
                  <a:lnTo>
                    <a:pt x="353237" y="2029968"/>
                  </a:lnTo>
                  <a:lnTo>
                    <a:pt x="359664" y="1981962"/>
                  </a:lnTo>
                  <a:close/>
                </a:path>
                <a:path w="2755900" h="2522220">
                  <a:moveTo>
                    <a:pt x="1485900" y="1470660"/>
                  </a:moveTo>
                  <a:lnTo>
                    <a:pt x="1479473" y="1422857"/>
                  </a:lnTo>
                  <a:lnTo>
                    <a:pt x="1461338" y="1379905"/>
                  </a:lnTo>
                  <a:lnTo>
                    <a:pt x="1433220" y="1343507"/>
                  </a:lnTo>
                  <a:lnTo>
                    <a:pt x="1396822" y="1315389"/>
                  </a:lnTo>
                  <a:lnTo>
                    <a:pt x="1353870" y="1297254"/>
                  </a:lnTo>
                  <a:lnTo>
                    <a:pt x="1306068" y="1290828"/>
                  </a:lnTo>
                  <a:lnTo>
                    <a:pt x="1258252" y="1297254"/>
                  </a:lnTo>
                  <a:lnTo>
                    <a:pt x="1215301" y="1315389"/>
                  </a:lnTo>
                  <a:lnTo>
                    <a:pt x="1178902" y="1343507"/>
                  </a:lnTo>
                  <a:lnTo>
                    <a:pt x="1150785" y="1379905"/>
                  </a:lnTo>
                  <a:lnTo>
                    <a:pt x="1132649" y="1422857"/>
                  </a:lnTo>
                  <a:lnTo>
                    <a:pt x="1126236" y="1470660"/>
                  </a:lnTo>
                  <a:lnTo>
                    <a:pt x="1132649" y="1518475"/>
                  </a:lnTo>
                  <a:lnTo>
                    <a:pt x="1150785" y="1561426"/>
                  </a:lnTo>
                  <a:lnTo>
                    <a:pt x="1178902" y="1597825"/>
                  </a:lnTo>
                  <a:lnTo>
                    <a:pt x="1215301" y="1625942"/>
                  </a:lnTo>
                  <a:lnTo>
                    <a:pt x="1258252" y="1644078"/>
                  </a:lnTo>
                  <a:lnTo>
                    <a:pt x="1306068" y="1650492"/>
                  </a:lnTo>
                  <a:lnTo>
                    <a:pt x="1353870" y="1644078"/>
                  </a:lnTo>
                  <a:lnTo>
                    <a:pt x="1396822" y="1625942"/>
                  </a:lnTo>
                  <a:lnTo>
                    <a:pt x="1433220" y="1597825"/>
                  </a:lnTo>
                  <a:lnTo>
                    <a:pt x="1461338" y="1561426"/>
                  </a:lnTo>
                  <a:lnTo>
                    <a:pt x="1479473" y="1518475"/>
                  </a:lnTo>
                  <a:lnTo>
                    <a:pt x="1485900" y="1470660"/>
                  </a:lnTo>
                  <a:close/>
                </a:path>
                <a:path w="2755900" h="2522220">
                  <a:moveTo>
                    <a:pt x="2110740" y="179832"/>
                  </a:moveTo>
                  <a:lnTo>
                    <a:pt x="2104313" y="132029"/>
                  </a:lnTo>
                  <a:lnTo>
                    <a:pt x="2086178" y="89077"/>
                  </a:lnTo>
                  <a:lnTo>
                    <a:pt x="2058060" y="52679"/>
                  </a:lnTo>
                  <a:lnTo>
                    <a:pt x="2021662" y="24561"/>
                  </a:lnTo>
                  <a:lnTo>
                    <a:pt x="1978710" y="6426"/>
                  </a:lnTo>
                  <a:lnTo>
                    <a:pt x="1930908" y="0"/>
                  </a:lnTo>
                  <a:lnTo>
                    <a:pt x="1883092" y="6426"/>
                  </a:lnTo>
                  <a:lnTo>
                    <a:pt x="1840141" y="24561"/>
                  </a:lnTo>
                  <a:lnTo>
                    <a:pt x="1803742" y="52679"/>
                  </a:lnTo>
                  <a:lnTo>
                    <a:pt x="1775625" y="89077"/>
                  </a:lnTo>
                  <a:lnTo>
                    <a:pt x="1757489" y="132029"/>
                  </a:lnTo>
                  <a:lnTo>
                    <a:pt x="1751076" y="179832"/>
                  </a:lnTo>
                  <a:lnTo>
                    <a:pt x="1757489" y="227647"/>
                  </a:lnTo>
                  <a:lnTo>
                    <a:pt x="1775625" y="270598"/>
                  </a:lnTo>
                  <a:lnTo>
                    <a:pt x="1803742" y="306997"/>
                  </a:lnTo>
                  <a:lnTo>
                    <a:pt x="1840141" y="335114"/>
                  </a:lnTo>
                  <a:lnTo>
                    <a:pt x="1883092" y="353250"/>
                  </a:lnTo>
                  <a:lnTo>
                    <a:pt x="1930908" y="359664"/>
                  </a:lnTo>
                  <a:lnTo>
                    <a:pt x="1978710" y="353250"/>
                  </a:lnTo>
                  <a:lnTo>
                    <a:pt x="2021662" y="335114"/>
                  </a:lnTo>
                  <a:lnTo>
                    <a:pt x="2058060" y="306997"/>
                  </a:lnTo>
                  <a:lnTo>
                    <a:pt x="2086178" y="270598"/>
                  </a:lnTo>
                  <a:lnTo>
                    <a:pt x="2104313" y="227647"/>
                  </a:lnTo>
                  <a:lnTo>
                    <a:pt x="2110740" y="179832"/>
                  </a:lnTo>
                  <a:close/>
                </a:path>
                <a:path w="2755900" h="2522220">
                  <a:moveTo>
                    <a:pt x="2388108" y="2342388"/>
                  </a:moveTo>
                  <a:lnTo>
                    <a:pt x="2381681" y="2294585"/>
                  </a:lnTo>
                  <a:lnTo>
                    <a:pt x="2363546" y="2251633"/>
                  </a:lnTo>
                  <a:lnTo>
                    <a:pt x="2335428" y="2215235"/>
                  </a:lnTo>
                  <a:lnTo>
                    <a:pt x="2299030" y="2187117"/>
                  </a:lnTo>
                  <a:lnTo>
                    <a:pt x="2256078" y="2168982"/>
                  </a:lnTo>
                  <a:lnTo>
                    <a:pt x="2208276" y="2162556"/>
                  </a:lnTo>
                  <a:lnTo>
                    <a:pt x="2160460" y="2168982"/>
                  </a:lnTo>
                  <a:lnTo>
                    <a:pt x="2117509" y="2187117"/>
                  </a:lnTo>
                  <a:lnTo>
                    <a:pt x="2081110" y="2215235"/>
                  </a:lnTo>
                  <a:lnTo>
                    <a:pt x="2052993" y="2251633"/>
                  </a:lnTo>
                  <a:lnTo>
                    <a:pt x="2034857" y="2294585"/>
                  </a:lnTo>
                  <a:lnTo>
                    <a:pt x="2028444" y="2342388"/>
                  </a:lnTo>
                  <a:lnTo>
                    <a:pt x="2034857" y="2390203"/>
                  </a:lnTo>
                  <a:lnTo>
                    <a:pt x="2052993" y="2433155"/>
                  </a:lnTo>
                  <a:lnTo>
                    <a:pt x="2081110" y="2469553"/>
                  </a:lnTo>
                  <a:lnTo>
                    <a:pt x="2117509" y="2497671"/>
                  </a:lnTo>
                  <a:lnTo>
                    <a:pt x="2160460" y="2515806"/>
                  </a:lnTo>
                  <a:lnTo>
                    <a:pt x="2208276" y="2522220"/>
                  </a:lnTo>
                  <a:lnTo>
                    <a:pt x="2256078" y="2515806"/>
                  </a:lnTo>
                  <a:lnTo>
                    <a:pt x="2299030" y="2497671"/>
                  </a:lnTo>
                  <a:lnTo>
                    <a:pt x="2335428" y="2469553"/>
                  </a:lnTo>
                  <a:lnTo>
                    <a:pt x="2363546" y="2433155"/>
                  </a:lnTo>
                  <a:lnTo>
                    <a:pt x="2381681" y="2390203"/>
                  </a:lnTo>
                  <a:lnTo>
                    <a:pt x="2388108" y="2342388"/>
                  </a:lnTo>
                  <a:close/>
                </a:path>
                <a:path w="2755900" h="2522220">
                  <a:moveTo>
                    <a:pt x="2755392" y="990600"/>
                  </a:moveTo>
                  <a:lnTo>
                    <a:pt x="2748965" y="942797"/>
                  </a:lnTo>
                  <a:lnTo>
                    <a:pt x="2730830" y="899845"/>
                  </a:lnTo>
                  <a:lnTo>
                    <a:pt x="2702712" y="863447"/>
                  </a:lnTo>
                  <a:lnTo>
                    <a:pt x="2666314" y="835329"/>
                  </a:lnTo>
                  <a:lnTo>
                    <a:pt x="2623362" y="817194"/>
                  </a:lnTo>
                  <a:lnTo>
                    <a:pt x="2575560" y="810768"/>
                  </a:lnTo>
                  <a:lnTo>
                    <a:pt x="2527744" y="817194"/>
                  </a:lnTo>
                  <a:lnTo>
                    <a:pt x="2484793" y="835329"/>
                  </a:lnTo>
                  <a:lnTo>
                    <a:pt x="2448395" y="863447"/>
                  </a:lnTo>
                  <a:lnTo>
                    <a:pt x="2420277" y="899845"/>
                  </a:lnTo>
                  <a:lnTo>
                    <a:pt x="2402141" y="942797"/>
                  </a:lnTo>
                  <a:lnTo>
                    <a:pt x="2395728" y="990600"/>
                  </a:lnTo>
                  <a:lnTo>
                    <a:pt x="2402141" y="1038415"/>
                  </a:lnTo>
                  <a:lnTo>
                    <a:pt x="2420277" y="1081366"/>
                  </a:lnTo>
                  <a:lnTo>
                    <a:pt x="2448395" y="1117765"/>
                  </a:lnTo>
                  <a:lnTo>
                    <a:pt x="2484793" y="1145882"/>
                  </a:lnTo>
                  <a:lnTo>
                    <a:pt x="2527744" y="1164018"/>
                  </a:lnTo>
                  <a:lnTo>
                    <a:pt x="2575560" y="1170432"/>
                  </a:lnTo>
                  <a:lnTo>
                    <a:pt x="2623362" y="1164018"/>
                  </a:lnTo>
                  <a:lnTo>
                    <a:pt x="2666314" y="1145882"/>
                  </a:lnTo>
                  <a:lnTo>
                    <a:pt x="2702712" y="1117765"/>
                  </a:lnTo>
                  <a:lnTo>
                    <a:pt x="2730830" y="1081366"/>
                  </a:lnTo>
                  <a:lnTo>
                    <a:pt x="2748965" y="1038415"/>
                  </a:lnTo>
                  <a:lnTo>
                    <a:pt x="2755392" y="99060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" name="object 8">
            <a:extLst>
              <a:ext uri="{FF2B5EF4-FFF2-40B4-BE49-F238E27FC236}">
                <a16:creationId xmlns="" xmlns:a16="http://schemas.microsoft.com/office/drawing/2014/main" id="{7547628C-FAAA-4612-856D-AEAEFF024CA4}"/>
              </a:ext>
            </a:extLst>
          </p:cNvPr>
          <p:cNvSpPr txBox="1"/>
          <p:nvPr/>
        </p:nvSpPr>
        <p:spPr>
          <a:xfrm>
            <a:off x="7011885" y="1973595"/>
            <a:ext cx="2872740" cy="1029769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{ a,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b,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c,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d,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28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{ a, e,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i, 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o,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object 9">
            <a:extLst>
              <a:ext uri="{FF2B5EF4-FFF2-40B4-BE49-F238E27FC236}">
                <a16:creationId xmlns="" xmlns:a16="http://schemas.microsoft.com/office/drawing/2014/main" id="{C304AB7D-163A-4BE8-9DA4-C54CFB06AA8D}"/>
              </a:ext>
            </a:extLst>
          </p:cNvPr>
          <p:cNvSpPr txBox="1"/>
          <p:nvPr/>
        </p:nvSpPr>
        <p:spPr>
          <a:xfrm>
            <a:off x="7011885" y="3750223"/>
            <a:ext cx="2407920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∩ </a:t>
            </a:r>
            <a:r>
              <a:rPr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{ a, o</a:t>
            </a:r>
            <a:r>
              <a:rPr sz="2800" spc="-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object 10">
            <a:extLst>
              <a:ext uri="{FF2B5EF4-FFF2-40B4-BE49-F238E27FC236}">
                <a16:creationId xmlns="" xmlns:a16="http://schemas.microsoft.com/office/drawing/2014/main" id="{A0E9CEE2-5FA9-446A-A53E-EC9F61479569}"/>
              </a:ext>
            </a:extLst>
          </p:cNvPr>
          <p:cNvSpPr txBox="1"/>
          <p:nvPr/>
        </p:nvSpPr>
        <p:spPr>
          <a:xfrm>
            <a:off x="3296245" y="4037066"/>
            <a:ext cx="274320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6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object 11">
            <a:extLst>
              <a:ext uri="{FF2B5EF4-FFF2-40B4-BE49-F238E27FC236}">
                <a16:creationId xmlns="" xmlns:a16="http://schemas.microsoft.com/office/drawing/2014/main" id="{082A4B33-9555-4EF1-968C-5A691CBEE878}"/>
              </a:ext>
            </a:extLst>
          </p:cNvPr>
          <p:cNvSpPr txBox="1"/>
          <p:nvPr/>
        </p:nvSpPr>
        <p:spPr>
          <a:xfrm>
            <a:off x="5755982" y="4471457"/>
            <a:ext cx="255270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6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bject 12">
            <a:extLst>
              <a:ext uri="{FF2B5EF4-FFF2-40B4-BE49-F238E27FC236}">
                <a16:creationId xmlns="" xmlns:a16="http://schemas.microsoft.com/office/drawing/2014/main" id="{15C3AF7B-EEA9-48B8-83AE-0CC685F28F88}"/>
              </a:ext>
            </a:extLst>
          </p:cNvPr>
          <p:cNvSpPr txBox="1"/>
          <p:nvPr/>
        </p:nvSpPr>
        <p:spPr>
          <a:xfrm>
            <a:off x="4874475" y="2475601"/>
            <a:ext cx="129539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6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object 13">
            <a:extLst>
              <a:ext uri="{FF2B5EF4-FFF2-40B4-BE49-F238E27FC236}">
                <a16:creationId xmlns="" xmlns:a16="http://schemas.microsoft.com/office/drawing/2014/main" id="{FB9F00CB-DB2A-4DD9-872A-BE352FCDE222}"/>
              </a:ext>
            </a:extLst>
          </p:cNvPr>
          <p:cNvSpPr txBox="1"/>
          <p:nvPr/>
        </p:nvSpPr>
        <p:spPr>
          <a:xfrm>
            <a:off x="4304499" y="3582025"/>
            <a:ext cx="273685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6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endParaRPr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object 14">
            <a:extLst>
              <a:ext uri="{FF2B5EF4-FFF2-40B4-BE49-F238E27FC236}">
                <a16:creationId xmlns="" xmlns:a16="http://schemas.microsoft.com/office/drawing/2014/main" id="{C16ABD46-88BE-4ED8-BBDF-2C7D99B493EB}"/>
              </a:ext>
            </a:extLst>
          </p:cNvPr>
          <p:cNvSpPr txBox="1"/>
          <p:nvPr/>
        </p:nvSpPr>
        <p:spPr>
          <a:xfrm>
            <a:off x="5460580" y="3156575"/>
            <a:ext cx="274320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6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endParaRPr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object 15">
            <a:extLst>
              <a:ext uri="{FF2B5EF4-FFF2-40B4-BE49-F238E27FC236}">
                <a16:creationId xmlns="" xmlns:a16="http://schemas.microsoft.com/office/drawing/2014/main" id="{80C8BC8F-E745-4DED-A6E5-45DEA61E72DD}"/>
              </a:ext>
            </a:extLst>
          </p:cNvPr>
          <p:cNvSpPr txBox="1"/>
          <p:nvPr/>
        </p:nvSpPr>
        <p:spPr>
          <a:xfrm>
            <a:off x="2531452" y="4887763"/>
            <a:ext cx="320675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600" b="1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8" name="object 16">
            <a:extLst>
              <a:ext uri="{FF2B5EF4-FFF2-40B4-BE49-F238E27FC236}">
                <a16:creationId xmlns="" xmlns:a16="http://schemas.microsoft.com/office/drawing/2014/main" id="{CE596303-D7F9-41BD-906E-E1284CCA631A}"/>
              </a:ext>
            </a:extLst>
          </p:cNvPr>
          <p:cNvGrpSpPr/>
          <p:nvPr/>
        </p:nvGrpSpPr>
        <p:grpSpPr>
          <a:xfrm>
            <a:off x="900518" y="2610526"/>
            <a:ext cx="5846445" cy="3639820"/>
            <a:chOff x="970788" y="2161032"/>
            <a:chExt cx="5846445" cy="3639820"/>
          </a:xfrm>
        </p:grpSpPr>
        <p:sp>
          <p:nvSpPr>
            <p:cNvPr id="19" name="object 17">
              <a:extLst>
                <a:ext uri="{FF2B5EF4-FFF2-40B4-BE49-F238E27FC236}">
                  <a16:creationId xmlns="" xmlns:a16="http://schemas.microsoft.com/office/drawing/2014/main" id="{40E5728D-5A90-406D-8FB6-DDE3F322B0D5}"/>
                </a:ext>
              </a:extLst>
            </p:cNvPr>
            <p:cNvSpPr/>
            <p:nvPr/>
          </p:nvSpPr>
          <p:spPr>
            <a:xfrm>
              <a:off x="3198114" y="2180082"/>
              <a:ext cx="3599815" cy="3601720"/>
            </a:xfrm>
            <a:custGeom>
              <a:avLst/>
              <a:gdLst/>
              <a:ahLst/>
              <a:cxnLst/>
              <a:rect l="l" t="t" r="r" b="b"/>
              <a:pathLst>
                <a:path w="3599815" h="3601720">
                  <a:moveTo>
                    <a:pt x="0" y="1800605"/>
                  </a:moveTo>
                  <a:lnTo>
                    <a:pt x="626" y="1752638"/>
                  </a:lnTo>
                  <a:lnTo>
                    <a:pt x="2494" y="1704981"/>
                  </a:lnTo>
                  <a:lnTo>
                    <a:pt x="5590" y="1657648"/>
                  </a:lnTo>
                  <a:lnTo>
                    <a:pt x="9896" y="1610655"/>
                  </a:lnTo>
                  <a:lnTo>
                    <a:pt x="15398" y="1564019"/>
                  </a:lnTo>
                  <a:lnTo>
                    <a:pt x="22080" y="1517754"/>
                  </a:lnTo>
                  <a:lnTo>
                    <a:pt x="29926" y="1471876"/>
                  </a:lnTo>
                  <a:lnTo>
                    <a:pt x="38922" y="1426401"/>
                  </a:lnTo>
                  <a:lnTo>
                    <a:pt x="49050" y="1381344"/>
                  </a:lnTo>
                  <a:lnTo>
                    <a:pt x="60297" y="1336721"/>
                  </a:lnTo>
                  <a:lnTo>
                    <a:pt x="72646" y="1292548"/>
                  </a:lnTo>
                  <a:lnTo>
                    <a:pt x="86081" y="1248839"/>
                  </a:lnTo>
                  <a:lnTo>
                    <a:pt x="100588" y="1205611"/>
                  </a:lnTo>
                  <a:lnTo>
                    <a:pt x="116151" y="1162878"/>
                  </a:lnTo>
                  <a:lnTo>
                    <a:pt x="132753" y="1120658"/>
                  </a:lnTo>
                  <a:lnTo>
                    <a:pt x="150380" y="1078964"/>
                  </a:lnTo>
                  <a:lnTo>
                    <a:pt x="169017" y="1037813"/>
                  </a:lnTo>
                  <a:lnTo>
                    <a:pt x="188646" y="997221"/>
                  </a:lnTo>
                  <a:lnTo>
                    <a:pt x="209254" y="957202"/>
                  </a:lnTo>
                  <a:lnTo>
                    <a:pt x="230824" y="917773"/>
                  </a:lnTo>
                  <a:lnTo>
                    <a:pt x="253340" y="878948"/>
                  </a:lnTo>
                  <a:lnTo>
                    <a:pt x="276788" y="840745"/>
                  </a:lnTo>
                  <a:lnTo>
                    <a:pt x="301152" y="803177"/>
                  </a:lnTo>
                  <a:lnTo>
                    <a:pt x="326416" y="766260"/>
                  </a:lnTo>
                  <a:lnTo>
                    <a:pt x="352564" y="730011"/>
                  </a:lnTo>
                  <a:lnTo>
                    <a:pt x="379581" y="694445"/>
                  </a:lnTo>
                  <a:lnTo>
                    <a:pt x="407452" y="659577"/>
                  </a:lnTo>
                  <a:lnTo>
                    <a:pt x="436161" y="625423"/>
                  </a:lnTo>
                  <a:lnTo>
                    <a:pt x="465693" y="591998"/>
                  </a:lnTo>
                  <a:lnTo>
                    <a:pt x="496031" y="559318"/>
                  </a:lnTo>
                  <a:lnTo>
                    <a:pt x="527161" y="527399"/>
                  </a:lnTo>
                  <a:lnTo>
                    <a:pt x="559066" y="496255"/>
                  </a:lnTo>
                  <a:lnTo>
                    <a:pt x="591732" y="465904"/>
                  </a:lnTo>
                  <a:lnTo>
                    <a:pt x="625142" y="436359"/>
                  </a:lnTo>
                  <a:lnTo>
                    <a:pt x="659281" y="407638"/>
                  </a:lnTo>
                  <a:lnTo>
                    <a:pt x="694134" y="379754"/>
                  </a:lnTo>
                  <a:lnTo>
                    <a:pt x="729685" y="352725"/>
                  </a:lnTo>
                  <a:lnTo>
                    <a:pt x="765919" y="326565"/>
                  </a:lnTo>
                  <a:lnTo>
                    <a:pt x="802819" y="301290"/>
                  </a:lnTo>
                  <a:lnTo>
                    <a:pt x="840371" y="276915"/>
                  </a:lnTo>
                  <a:lnTo>
                    <a:pt x="878559" y="253457"/>
                  </a:lnTo>
                  <a:lnTo>
                    <a:pt x="917367" y="230930"/>
                  </a:lnTo>
                  <a:lnTo>
                    <a:pt x="956779" y="209350"/>
                  </a:lnTo>
                  <a:lnTo>
                    <a:pt x="996781" y="188733"/>
                  </a:lnTo>
                  <a:lnTo>
                    <a:pt x="1037357" y="169095"/>
                  </a:lnTo>
                  <a:lnTo>
                    <a:pt x="1078491" y="150450"/>
                  </a:lnTo>
                  <a:lnTo>
                    <a:pt x="1120167" y="132815"/>
                  </a:lnTo>
                  <a:lnTo>
                    <a:pt x="1162370" y="116205"/>
                  </a:lnTo>
                  <a:lnTo>
                    <a:pt x="1205085" y="100635"/>
                  </a:lnTo>
                  <a:lnTo>
                    <a:pt x="1248295" y="86121"/>
                  </a:lnTo>
                  <a:lnTo>
                    <a:pt x="1291986" y="72680"/>
                  </a:lnTo>
                  <a:lnTo>
                    <a:pt x="1336142" y="60325"/>
                  </a:lnTo>
                  <a:lnTo>
                    <a:pt x="1380747" y="49073"/>
                  </a:lnTo>
                  <a:lnTo>
                    <a:pt x="1425786" y="38940"/>
                  </a:lnTo>
                  <a:lnTo>
                    <a:pt x="1471243" y="29940"/>
                  </a:lnTo>
                  <a:lnTo>
                    <a:pt x="1517102" y="22090"/>
                  </a:lnTo>
                  <a:lnTo>
                    <a:pt x="1563349" y="15405"/>
                  </a:lnTo>
                  <a:lnTo>
                    <a:pt x="1609967" y="9901"/>
                  </a:lnTo>
                  <a:lnTo>
                    <a:pt x="1656941" y="5592"/>
                  </a:lnTo>
                  <a:lnTo>
                    <a:pt x="1704255" y="2495"/>
                  </a:lnTo>
                  <a:lnTo>
                    <a:pt x="1751895" y="626"/>
                  </a:lnTo>
                  <a:lnTo>
                    <a:pt x="1799844" y="0"/>
                  </a:lnTo>
                  <a:lnTo>
                    <a:pt x="1847792" y="626"/>
                  </a:lnTo>
                  <a:lnTo>
                    <a:pt x="1895432" y="2495"/>
                  </a:lnTo>
                  <a:lnTo>
                    <a:pt x="1942746" y="5592"/>
                  </a:lnTo>
                  <a:lnTo>
                    <a:pt x="1989720" y="9901"/>
                  </a:lnTo>
                  <a:lnTo>
                    <a:pt x="2036338" y="15405"/>
                  </a:lnTo>
                  <a:lnTo>
                    <a:pt x="2082585" y="22090"/>
                  </a:lnTo>
                  <a:lnTo>
                    <a:pt x="2128444" y="29940"/>
                  </a:lnTo>
                  <a:lnTo>
                    <a:pt x="2173901" y="38940"/>
                  </a:lnTo>
                  <a:lnTo>
                    <a:pt x="2218940" y="49073"/>
                  </a:lnTo>
                  <a:lnTo>
                    <a:pt x="2263545" y="60325"/>
                  </a:lnTo>
                  <a:lnTo>
                    <a:pt x="2307701" y="72680"/>
                  </a:lnTo>
                  <a:lnTo>
                    <a:pt x="2351392" y="86121"/>
                  </a:lnTo>
                  <a:lnTo>
                    <a:pt x="2394602" y="100635"/>
                  </a:lnTo>
                  <a:lnTo>
                    <a:pt x="2437317" y="116205"/>
                  </a:lnTo>
                  <a:lnTo>
                    <a:pt x="2479520" y="132815"/>
                  </a:lnTo>
                  <a:lnTo>
                    <a:pt x="2521196" y="150450"/>
                  </a:lnTo>
                  <a:lnTo>
                    <a:pt x="2562330" y="169095"/>
                  </a:lnTo>
                  <a:lnTo>
                    <a:pt x="2602906" y="188733"/>
                  </a:lnTo>
                  <a:lnTo>
                    <a:pt x="2642908" y="209350"/>
                  </a:lnTo>
                  <a:lnTo>
                    <a:pt x="2682320" y="230930"/>
                  </a:lnTo>
                  <a:lnTo>
                    <a:pt x="2721128" y="253457"/>
                  </a:lnTo>
                  <a:lnTo>
                    <a:pt x="2759316" y="276915"/>
                  </a:lnTo>
                  <a:lnTo>
                    <a:pt x="2796868" y="301290"/>
                  </a:lnTo>
                  <a:lnTo>
                    <a:pt x="2833768" y="326565"/>
                  </a:lnTo>
                  <a:lnTo>
                    <a:pt x="2870002" y="352725"/>
                  </a:lnTo>
                  <a:lnTo>
                    <a:pt x="2905553" y="379754"/>
                  </a:lnTo>
                  <a:lnTo>
                    <a:pt x="2940406" y="407638"/>
                  </a:lnTo>
                  <a:lnTo>
                    <a:pt x="2974545" y="436359"/>
                  </a:lnTo>
                  <a:lnTo>
                    <a:pt x="3007955" y="465904"/>
                  </a:lnTo>
                  <a:lnTo>
                    <a:pt x="3040621" y="496255"/>
                  </a:lnTo>
                  <a:lnTo>
                    <a:pt x="3072526" y="527399"/>
                  </a:lnTo>
                  <a:lnTo>
                    <a:pt x="3103656" y="559318"/>
                  </a:lnTo>
                  <a:lnTo>
                    <a:pt x="3133994" y="591998"/>
                  </a:lnTo>
                  <a:lnTo>
                    <a:pt x="3163526" y="625423"/>
                  </a:lnTo>
                  <a:lnTo>
                    <a:pt x="3192235" y="659577"/>
                  </a:lnTo>
                  <a:lnTo>
                    <a:pt x="3220106" y="694445"/>
                  </a:lnTo>
                  <a:lnTo>
                    <a:pt x="3247123" y="730011"/>
                  </a:lnTo>
                  <a:lnTo>
                    <a:pt x="3273271" y="766260"/>
                  </a:lnTo>
                  <a:lnTo>
                    <a:pt x="3298535" y="803177"/>
                  </a:lnTo>
                  <a:lnTo>
                    <a:pt x="3322899" y="840745"/>
                  </a:lnTo>
                  <a:lnTo>
                    <a:pt x="3346347" y="878948"/>
                  </a:lnTo>
                  <a:lnTo>
                    <a:pt x="3368863" y="917773"/>
                  </a:lnTo>
                  <a:lnTo>
                    <a:pt x="3390433" y="957202"/>
                  </a:lnTo>
                  <a:lnTo>
                    <a:pt x="3411041" y="997221"/>
                  </a:lnTo>
                  <a:lnTo>
                    <a:pt x="3430670" y="1037813"/>
                  </a:lnTo>
                  <a:lnTo>
                    <a:pt x="3449307" y="1078964"/>
                  </a:lnTo>
                  <a:lnTo>
                    <a:pt x="3466934" y="1120658"/>
                  </a:lnTo>
                  <a:lnTo>
                    <a:pt x="3483536" y="1162878"/>
                  </a:lnTo>
                  <a:lnTo>
                    <a:pt x="3499099" y="1205611"/>
                  </a:lnTo>
                  <a:lnTo>
                    <a:pt x="3513606" y="1248839"/>
                  </a:lnTo>
                  <a:lnTo>
                    <a:pt x="3527041" y="1292548"/>
                  </a:lnTo>
                  <a:lnTo>
                    <a:pt x="3539390" y="1336721"/>
                  </a:lnTo>
                  <a:lnTo>
                    <a:pt x="3550637" y="1381344"/>
                  </a:lnTo>
                  <a:lnTo>
                    <a:pt x="3560765" y="1426401"/>
                  </a:lnTo>
                  <a:lnTo>
                    <a:pt x="3569761" y="1471876"/>
                  </a:lnTo>
                  <a:lnTo>
                    <a:pt x="3577607" y="1517754"/>
                  </a:lnTo>
                  <a:lnTo>
                    <a:pt x="3584289" y="1564019"/>
                  </a:lnTo>
                  <a:lnTo>
                    <a:pt x="3589791" y="1610655"/>
                  </a:lnTo>
                  <a:lnTo>
                    <a:pt x="3594097" y="1657648"/>
                  </a:lnTo>
                  <a:lnTo>
                    <a:pt x="3597193" y="1704981"/>
                  </a:lnTo>
                  <a:lnTo>
                    <a:pt x="3599061" y="1752638"/>
                  </a:lnTo>
                  <a:lnTo>
                    <a:pt x="3599688" y="1800605"/>
                  </a:lnTo>
                  <a:lnTo>
                    <a:pt x="3599061" y="1848573"/>
                  </a:lnTo>
                  <a:lnTo>
                    <a:pt x="3597193" y="1896230"/>
                  </a:lnTo>
                  <a:lnTo>
                    <a:pt x="3594097" y="1943563"/>
                  </a:lnTo>
                  <a:lnTo>
                    <a:pt x="3589791" y="1990556"/>
                  </a:lnTo>
                  <a:lnTo>
                    <a:pt x="3584289" y="2037192"/>
                  </a:lnTo>
                  <a:lnTo>
                    <a:pt x="3577607" y="2083457"/>
                  </a:lnTo>
                  <a:lnTo>
                    <a:pt x="3569761" y="2129335"/>
                  </a:lnTo>
                  <a:lnTo>
                    <a:pt x="3560765" y="2174810"/>
                  </a:lnTo>
                  <a:lnTo>
                    <a:pt x="3550637" y="2219867"/>
                  </a:lnTo>
                  <a:lnTo>
                    <a:pt x="3539390" y="2264490"/>
                  </a:lnTo>
                  <a:lnTo>
                    <a:pt x="3527041" y="2308663"/>
                  </a:lnTo>
                  <a:lnTo>
                    <a:pt x="3513606" y="2352372"/>
                  </a:lnTo>
                  <a:lnTo>
                    <a:pt x="3499099" y="2395600"/>
                  </a:lnTo>
                  <a:lnTo>
                    <a:pt x="3483536" y="2438333"/>
                  </a:lnTo>
                  <a:lnTo>
                    <a:pt x="3466934" y="2480553"/>
                  </a:lnTo>
                  <a:lnTo>
                    <a:pt x="3449307" y="2522247"/>
                  </a:lnTo>
                  <a:lnTo>
                    <a:pt x="3430670" y="2563398"/>
                  </a:lnTo>
                  <a:lnTo>
                    <a:pt x="3411041" y="2603990"/>
                  </a:lnTo>
                  <a:lnTo>
                    <a:pt x="3390433" y="2644009"/>
                  </a:lnTo>
                  <a:lnTo>
                    <a:pt x="3368863" y="2683438"/>
                  </a:lnTo>
                  <a:lnTo>
                    <a:pt x="3346347" y="2722263"/>
                  </a:lnTo>
                  <a:lnTo>
                    <a:pt x="3322899" y="2760466"/>
                  </a:lnTo>
                  <a:lnTo>
                    <a:pt x="3298535" y="2798034"/>
                  </a:lnTo>
                  <a:lnTo>
                    <a:pt x="3273271" y="2834951"/>
                  </a:lnTo>
                  <a:lnTo>
                    <a:pt x="3247123" y="2871200"/>
                  </a:lnTo>
                  <a:lnTo>
                    <a:pt x="3220106" y="2906766"/>
                  </a:lnTo>
                  <a:lnTo>
                    <a:pt x="3192235" y="2941634"/>
                  </a:lnTo>
                  <a:lnTo>
                    <a:pt x="3163526" y="2975788"/>
                  </a:lnTo>
                  <a:lnTo>
                    <a:pt x="3133994" y="3009213"/>
                  </a:lnTo>
                  <a:lnTo>
                    <a:pt x="3103656" y="3041893"/>
                  </a:lnTo>
                  <a:lnTo>
                    <a:pt x="3072526" y="3073812"/>
                  </a:lnTo>
                  <a:lnTo>
                    <a:pt x="3040621" y="3104956"/>
                  </a:lnTo>
                  <a:lnTo>
                    <a:pt x="3007955" y="3135307"/>
                  </a:lnTo>
                  <a:lnTo>
                    <a:pt x="2974545" y="3164852"/>
                  </a:lnTo>
                  <a:lnTo>
                    <a:pt x="2940406" y="3193573"/>
                  </a:lnTo>
                  <a:lnTo>
                    <a:pt x="2905553" y="3221457"/>
                  </a:lnTo>
                  <a:lnTo>
                    <a:pt x="2870002" y="3248486"/>
                  </a:lnTo>
                  <a:lnTo>
                    <a:pt x="2833768" y="3274646"/>
                  </a:lnTo>
                  <a:lnTo>
                    <a:pt x="2796868" y="3299921"/>
                  </a:lnTo>
                  <a:lnTo>
                    <a:pt x="2759316" y="3324296"/>
                  </a:lnTo>
                  <a:lnTo>
                    <a:pt x="2721128" y="3347754"/>
                  </a:lnTo>
                  <a:lnTo>
                    <a:pt x="2682320" y="3370281"/>
                  </a:lnTo>
                  <a:lnTo>
                    <a:pt x="2642908" y="3391861"/>
                  </a:lnTo>
                  <a:lnTo>
                    <a:pt x="2602906" y="3412478"/>
                  </a:lnTo>
                  <a:lnTo>
                    <a:pt x="2562330" y="3432116"/>
                  </a:lnTo>
                  <a:lnTo>
                    <a:pt x="2521196" y="3450761"/>
                  </a:lnTo>
                  <a:lnTo>
                    <a:pt x="2479520" y="3468396"/>
                  </a:lnTo>
                  <a:lnTo>
                    <a:pt x="2437317" y="3485006"/>
                  </a:lnTo>
                  <a:lnTo>
                    <a:pt x="2394602" y="3500576"/>
                  </a:lnTo>
                  <a:lnTo>
                    <a:pt x="2351392" y="3515090"/>
                  </a:lnTo>
                  <a:lnTo>
                    <a:pt x="2307701" y="3528531"/>
                  </a:lnTo>
                  <a:lnTo>
                    <a:pt x="2263545" y="3540886"/>
                  </a:lnTo>
                  <a:lnTo>
                    <a:pt x="2218940" y="3552138"/>
                  </a:lnTo>
                  <a:lnTo>
                    <a:pt x="2173901" y="3562271"/>
                  </a:lnTo>
                  <a:lnTo>
                    <a:pt x="2128444" y="3571271"/>
                  </a:lnTo>
                  <a:lnTo>
                    <a:pt x="2082585" y="3579121"/>
                  </a:lnTo>
                  <a:lnTo>
                    <a:pt x="2036338" y="3585806"/>
                  </a:lnTo>
                  <a:lnTo>
                    <a:pt x="1989720" y="3591310"/>
                  </a:lnTo>
                  <a:lnTo>
                    <a:pt x="1942746" y="3595619"/>
                  </a:lnTo>
                  <a:lnTo>
                    <a:pt x="1895432" y="3598716"/>
                  </a:lnTo>
                  <a:lnTo>
                    <a:pt x="1847792" y="3600585"/>
                  </a:lnTo>
                  <a:lnTo>
                    <a:pt x="1799844" y="3601211"/>
                  </a:lnTo>
                  <a:lnTo>
                    <a:pt x="1751895" y="3600585"/>
                  </a:lnTo>
                  <a:lnTo>
                    <a:pt x="1704255" y="3598716"/>
                  </a:lnTo>
                  <a:lnTo>
                    <a:pt x="1656941" y="3595619"/>
                  </a:lnTo>
                  <a:lnTo>
                    <a:pt x="1609967" y="3591310"/>
                  </a:lnTo>
                  <a:lnTo>
                    <a:pt x="1563349" y="3585806"/>
                  </a:lnTo>
                  <a:lnTo>
                    <a:pt x="1517102" y="3579121"/>
                  </a:lnTo>
                  <a:lnTo>
                    <a:pt x="1471243" y="3571271"/>
                  </a:lnTo>
                  <a:lnTo>
                    <a:pt x="1425786" y="3562271"/>
                  </a:lnTo>
                  <a:lnTo>
                    <a:pt x="1380747" y="3552138"/>
                  </a:lnTo>
                  <a:lnTo>
                    <a:pt x="1336142" y="3540886"/>
                  </a:lnTo>
                  <a:lnTo>
                    <a:pt x="1291986" y="3528531"/>
                  </a:lnTo>
                  <a:lnTo>
                    <a:pt x="1248295" y="3515090"/>
                  </a:lnTo>
                  <a:lnTo>
                    <a:pt x="1205085" y="3500576"/>
                  </a:lnTo>
                  <a:lnTo>
                    <a:pt x="1162370" y="3485006"/>
                  </a:lnTo>
                  <a:lnTo>
                    <a:pt x="1120167" y="3468396"/>
                  </a:lnTo>
                  <a:lnTo>
                    <a:pt x="1078491" y="3450761"/>
                  </a:lnTo>
                  <a:lnTo>
                    <a:pt x="1037357" y="3432116"/>
                  </a:lnTo>
                  <a:lnTo>
                    <a:pt x="996781" y="3412478"/>
                  </a:lnTo>
                  <a:lnTo>
                    <a:pt x="956779" y="3391861"/>
                  </a:lnTo>
                  <a:lnTo>
                    <a:pt x="917367" y="3370281"/>
                  </a:lnTo>
                  <a:lnTo>
                    <a:pt x="878559" y="3347754"/>
                  </a:lnTo>
                  <a:lnTo>
                    <a:pt x="840371" y="3324296"/>
                  </a:lnTo>
                  <a:lnTo>
                    <a:pt x="802819" y="3299921"/>
                  </a:lnTo>
                  <a:lnTo>
                    <a:pt x="765919" y="3274646"/>
                  </a:lnTo>
                  <a:lnTo>
                    <a:pt x="729685" y="3248486"/>
                  </a:lnTo>
                  <a:lnTo>
                    <a:pt x="694134" y="3221457"/>
                  </a:lnTo>
                  <a:lnTo>
                    <a:pt x="659281" y="3193573"/>
                  </a:lnTo>
                  <a:lnTo>
                    <a:pt x="625142" y="3164852"/>
                  </a:lnTo>
                  <a:lnTo>
                    <a:pt x="591732" y="3135307"/>
                  </a:lnTo>
                  <a:lnTo>
                    <a:pt x="559066" y="3104956"/>
                  </a:lnTo>
                  <a:lnTo>
                    <a:pt x="527161" y="3073812"/>
                  </a:lnTo>
                  <a:lnTo>
                    <a:pt x="496031" y="3041893"/>
                  </a:lnTo>
                  <a:lnTo>
                    <a:pt x="465693" y="3009213"/>
                  </a:lnTo>
                  <a:lnTo>
                    <a:pt x="436161" y="2975788"/>
                  </a:lnTo>
                  <a:lnTo>
                    <a:pt x="407452" y="2941634"/>
                  </a:lnTo>
                  <a:lnTo>
                    <a:pt x="379581" y="2906766"/>
                  </a:lnTo>
                  <a:lnTo>
                    <a:pt x="352564" y="2871200"/>
                  </a:lnTo>
                  <a:lnTo>
                    <a:pt x="326416" y="2834951"/>
                  </a:lnTo>
                  <a:lnTo>
                    <a:pt x="301152" y="2798034"/>
                  </a:lnTo>
                  <a:lnTo>
                    <a:pt x="276788" y="2760466"/>
                  </a:lnTo>
                  <a:lnTo>
                    <a:pt x="253340" y="2722263"/>
                  </a:lnTo>
                  <a:lnTo>
                    <a:pt x="230824" y="2683438"/>
                  </a:lnTo>
                  <a:lnTo>
                    <a:pt x="209254" y="2644009"/>
                  </a:lnTo>
                  <a:lnTo>
                    <a:pt x="188646" y="2603990"/>
                  </a:lnTo>
                  <a:lnTo>
                    <a:pt x="169017" y="2563398"/>
                  </a:lnTo>
                  <a:lnTo>
                    <a:pt x="150380" y="2522247"/>
                  </a:lnTo>
                  <a:lnTo>
                    <a:pt x="132753" y="2480553"/>
                  </a:lnTo>
                  <a:lnTo>
                    <a:pt x="116151" y="2438333"/>
                  </a:lnTo>
                  <a:lnTo>
                    <a:pt x="100588" y="2395600"/>
                  </a:lnTo>
                  <a:lnTo>
                    <a:pt x="86081" y="2352372"/>
                  </a:lnTo>
                  <a:lnTo>
                    <a:pt x="72646" y="2308663"/>
                  </a:lnTo>
                  <a:lnTo>
                    <a:pt x="60297" y="2264490"/>
                  </a:lnTo>
                  <a:lnTo>
                    <a:pt x="49050" y="2219867"/>
                  </a:lnTo>
                  <a:lnTo>
                    <a:pt x="38922" y="2174810"/>
                  </a:lnTo>
                  <a:lnTo>
                    <a:pt x="29926" y="2129335"/>
                  </a:lnTo>
                  <a:lnTo>
                    <a:pt x="22080" y="2083457"/>
                  </a:lnTo>
                  <a:lnTo>
                    <a:pt x="15398" y="2037192"/>
                  </a:lnTo>
                  <a:lnTo>
                    <a:pt x="9896" y="1990556"/>
                  </a:lnTo>
                  <a:lnTo>
                    <a:pt x="5590" y="1943563"/>
                  </a:lnTo>
                  <a:lnTo>
                    <a:pt x="2494" y="1896230"/>
                  </a:lnTo>
                  <a:lnTo>
                    <a:pt x="626" y="1848573"/>
                  </a:lnTo>
                  <a:lnTo>
                    <a:pt x="0" y="1800605"/>
                  </a:lnTo>
                  <a:close/>
                </a:path>
              </a:pathLst>
            </a:custGeom>
            <a:ln w="38100">
              <a:solidFill>
                <a:srgbClr val="FFD966"/>
              </a:solidFill>
            </a:ln>
          </p:spPr>
          <p:txBody>
            <a:bodyPr wrap="square" lIns="0" tIns="0" rIns="0" bIns="0" rtlCol="0"/>
            <a:lstStyle/>
            <a:p>
              <a:endParaRPr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object 18">
              <a:extLst>
                <a:ext uri="{FF2B5EF4-FFF2-40B4-BE49-F238E27FC236}">
                  <a16:creationId xmlns="" xmlns:a16="http://schemas.microsoft.com/office/drawing/2014/main" id="{BB3807C0-1DEA-4148-87C4-49B7AE1476D8}"/>
                </a:ext>
              </a:extLst>
            </p:cNvPr>
            <p:cNvSpPr/>
            <p:nvPr/>
          </p:nvSpPr>
          <p:spPr>
            <a:xfrm>
              <a:off x="970788" y="2705099"/>
              <a:ext cx="2033270" cy="2992120"/>
            </a:xfrm>
            <a:custGeom>
              <a:avLst/>
              <a:gdLst/>
              <a:ahLst/>
              <a:cxnLst/>
              <a:rect l="l" t="t" r="r" b="b"/>
              <a:pathLst>
                <a:path w="2033270" h="2992120">
                  <a:moveTo>
                    <a:pt x="359664" y="2540508"/>
                  </a:moveTo>
                  <a:lnTo>
                    <a:pt x="353237" y="2492705"/>
                  </a:lnTo>
                  <a:lnTo>
                    <a:pt x="335102" y="2449753"/>
                  </a:lnTo>
                  <a:lnTo>
                    <a:pt x="306984" y="2413355"/>
                  </a:lnTo>
                  <a:lnTo>
                    <a:pt x="270586" y="2385237"/>
                  </a:lnTo>
                  <a:lnTo>
                    <a:pt x="227634" y="2367102"/>
                  </a:lnTo>
                  <a:lnTo>
                    <a:pt x="179832" y="2360676"/>
                  </a:lnTo>
                  <a:lnTo>
                    <a:pt x="132016" y="2367102"/>
                  </a:lnTo>
                  <a:lnTo>
                    <a:pt x="89065" y="2385237"/>
                  </a:lnTo>
                  <a:lnTo>
                    <a:pt x="52666" y="2413355"/>
                  </a:lnTo>
                  <a:lnTo>
                    <a:pt x="24549" y="2449753"/>
                  </a:lnTo>
                  <a:lnTo>
                    <a:pt x="6413" y="2492705"/>
                  </a:lnTo>
                  <a:lnTo>
                    <a:pt x="0" y="2540508"/>
                  </a:lnTo>
                  <a:lnTo>
                    <a:pt x="6413" y="2588323"/>
                  </a:lnTo>
                  <a:lnTo>
                    <a:pt x="24549" y="2631275"/>
                  </a:lnTo>
                  <a:lnTo>
                    <a:pt x="52666" y="2667673"/>
                  </a:lnTo>
                  <a:lnTo>
                    <a:pt x="89065" y="2695791"/>
                  </a:lnTo>
                  <a:lnTo>
                    <a:pt x="132016" y="2713926"/>
                  </a:lnTo>
                  <a:lnTo>
                    <a:pt x="179832" y="2720340"/>
                  </a:lnTo>
                  <a:lnTo>
                    <a:pt x="227634" y="2713926"/>
                  </a:lnTo>
                  <a:lnTo>
                    <a:pt x="270586" y="2695791"/>
                  </a:lnTo>
                  <a:lnTo>
                    <a:pt x="306984" y="2667673"/>
                  </a:lnTo>
                  <a:lnTo>
                    <a:pt x="335102" y="2631275"/>
                  </a:lnTo>
                  <a:lnTo>
                    <a:pt x="353237" y="2588323"/>
                  </a:lnTo>
                  <a:lnTo>
                    <a:pt x="359664" y="2540508"/>
                  </a:lnTo>
                  <a:close/>
                </a:path>
                <a:path w="2033270" h="2992120">
                  <a:moveTo>
                    <a:pt x="611124" y="903732"/>
                  </a:moveTo>
                  <a:lnTo>
                    <a:pt x="604697" y="855929"/>
                  </a:lnTo>
                  <a:lnTo>
                    <a:pt x="586562" y="812977"/>
                  </a:lnTo>
                  <a:lnTo>
                    <a:pt x="558444" y="776579"/>
                  </a:lnTo>
                  <a:lnTo>
                    <a:pt x="522046" y="748461"/>
                  </a:lnTo>
                  <a:lnTo>
                    <a:pt x="479094" y="730326"/>
                  </a:lnTo>
                  <a:lnTo>
                    <a:pt x="431292" y="723900"/>
                  </a:lnTo>
                  <a:lnTo>
                    <a:pt x="383476" y="730326"/>
                  </a:lnTo>
                  <a:lnTo>
                    <a:pt x="340525" y="748461"/>
                  </a:lnTo>
                  <a:lnTo>
                    <a:pt x="304126" y="776579"/>
                  </a:lnTo>
                  <a:lnTo>
                    <a:pt x="276009" y="812977"/>
                  </a:lnTo>
                  <a:lnTo>
                    <a:pt x="257873" y="855929"/>
                  </a:lnTo>
                  <a:lnTo>
                    <a:pt x="251460" y="903732"/>
                  </a:lnTo>
                  <a:lnTo>
                    <a:pt x="257873" y="951547"/>
                  </a:lnTo>
                  <a:lnTo>
                    <a:pt x="276009" y="994498"/>
                  </a:lnTo>
                  <a:lnTo>
                    <a:pt x="304126" y="1030897"/>
                  </a:lnTo>
                  <a:lnTo>
                    <a:pt x="340525" y="1059014"/>
                  </a:lnTo>
                  <a:lnTo>
                    <a:pt x="383476" y="1077150"/>
                  </a:lnTo>
                  <a:lnTo>
                    <a:pt x="431292" y="1083564"/>
                  </a:lnTo>
                  <a:lnTo>
                    <a:pt x="479094" y="1077150"/>
                  </a:lnTo>
                  <a:lnTo>
                    <a:pt x="522046" y="1059014"/>
                  </a:lnTo>
                  <a:lnTo>
                    <a:pt x="558444" y="1030897"/>
                  </a:lnTo>
                  <a:lnTo>
                    <a:pt x="586562" y="994498"/>
                  </a:lnTo>
                  <a:lnTo>
                    <a:pt x="604697" y="951547"/>
                  </a:lnTo>
                  <a:lnTo>
                    <a:pt x="611124" y="903732"/>
                  </a:lnTo>
                  <a:close/>
                </a:path>
                <a:path w="2033270" h="2992120">
                  <a:moveTo>
                    <a:pt x="1167384" y="2811018"/>
                  </a:moveTo>
                  <a:lnTo>
                    <a:pt x="1160919" y="2763024"/>
                  </a:lnTo>
                  <a:lnTo>
                    <a:pt x="1142707" y="2719895"/>
                  </a:lnTo>
                  <a:lnTo>
                    <a:pt x="1114463" y="2683345"/>
                  </a:lnTo>
                  <a:lnTo>
                    <a:pt x="1077912" y="2655100"/>
                  </a:lnTo>
                  <a:lnTo>
                    <a:pt x="1034783" y="2636888"/>
                  </a:lnTo>
                  <a:lnTo>
                    <a:pt x="986790" y="2630424"/>
                  </a:lnTo>
                  <a:lnTo>
                    <a:pt x="938784" y="2636888"/>
                  </a:lnTo>
                  <a:lnTo>
                    <a:pt x="895654" y="2655100"/>
                  </a:lnTo>
                  <a:lnTo>
                    <a:pt x="859104" y="2683345"/>
                  </a:lnTo>
                  <a:lnTo>
                    <a:pt x="830859" y="2719895"/>
                  </a:lnTo>
                  <a:lnTo>
                    <a:pt x="812647" y="2763024"/>
                  </a:lnTo>
                  <a:lnTo>
                    <a:pt x="806196" y="2811018"/>
                  </a:lnTo>
                  <a:lnTo>
                    <a:pt x="812647" y="2859036"/>
                  </a:lnTo>
                  <a:lnTo>
                    <a:pt x="830859" y="2902166"/>
                  </a:lnTo>
                  <a:lnTo>
                    <a:pt x="859104" y="2938716"/>
                  </a:lnTo>
                  <a:lnTo>
                    <a:pt x="895654" y="2966961"/>
                  </a:lnTo>
                  <a:lnTo>
                    <a:pt x="938784" y="2985173"/>
                  </a:lnTo>
                  <a:lnTo>
                    <a:pt x="986790" y="2991612"/>
                  </a:lnTo>
                  <a:lnTo>
                    <a:pt x="1034783" y="2985173"/>
                  </a:lnTo>
                  <a:lnTo>
                    <a:pt x="1077912" y="2966961"/>
                  </a:lnTo>
                  <a:lnTo>
                    <a:pt x="1114463" y="2938716"/>
                  </a:lnTo>
                  <a:lnTo>
                    <a:pt x="1142707" y="2902166"/>
                  </a:lnTo>
                  <a:lnTo>
                    <a:pt x="1160919" y="2859036"/>
                  </a:lnTo>
                  <a:lnTo>
                    <a:pt x="1167384" y="2811018"/>
                  </a:lnTo>
                  <a:close/>
                </a:path>
                <a:path w="2033270" h="2992120">
                  <a:moveTo>
                    <a:pt x="1487424" y="1315212"/>
                  </a:moveTo>
                  <a:lnTo>
                    <a:pt x="1480997" y="1267409"/>
                  </a:lnTo>
                  <a:lnTo>
                    <a:pt x="1462862" y="1224457"/>
                  </a:lnTo>
                  <a:lnTo>
                    <a:pt x="1434744" y="1188059"/>
                  </a:lnTo>
                  <a:lnTo>
                    <a:pt x="1398346" y="1159941"/>
                  </a:lnTo>
                  <a:lnTo>
                    <a:pt x="1355394" y="1141806"/>
                  </a:lnTo>
                  <a:lnTo>
                    <a:pt x="1307592" y="1135380"/>
                  </a:lnTo>
                  <a:lnTo>
                    <a:pt x="1259776" y="1141806"/>
                  </a:lnTo>
                  <a:lnTo>
                    <a:pt x="1216825" y="1159941"/>
                  </a:lnTo>
                  <a:lnTo>
                    <a:pt x="1180426" y="1188059"/>
                  </a:lnTo>
                  <a:lnTo>
                    <a:pt x="1152309" y="1224457"/>
                  </a:lnTo>
                  <a:lnTo>
                    <a:pt x="1134173" y="1267409"/>
                  </a:lnTo>
                  <a:lnTo>
                    <a:pt x="1127760" y="1315212"/>
                  </a:lnTo>
                  <a:lnTo>
                    <a:pt x="1134173" y="1363027"/>
                  </a:lnTo>
                  <a:lnTo>
                    <a:pt x="1152309" y="1405978"/>
                  </a:lnTo>
                  <a:lnTo>
                    <a:pt x="1180426" y="1442377"/>
                  </a:lnTo>
                  <a:lnTo>
                    <a:pt x="1216825" y="1470494"/>
                  </a:lnTo>
                  <a:lnTo>
                    <a:pt x="1259776" y="1488630"/>
                  </a:lnTo>
                  <a:lnTo>
                    <a:pt x="1307592" y="1495044"/>
                  </a:lnTo>
                  <a:lnTo>
                    <a:pt x="1355394" y="1488630"/>
                  </a:lnTo>
                  <a:lnTo>
                    <a:pt x="1398346" y="1470494"/>
                  </a:lnTo>
                  <a:lnTo>
                    <a:pt x="1434744" y="1442377"/>
                  </a:lnTo>
                  <a:lnTo>
                    <a:pt x="1462862" y="1405978"/>
                  </a:lnTo>
                  <a:lnTo>
                    <a:pt x="1480997" y="1363027"/>
                  </a:lnTo>
                  <a:lnTo>
                    <a:pt x="1487424" y="1315212"/>
                  </a:lnTo>
                  <a:close/>
                </a:path>
                <a:path w="2033270" h="2992120">
                  <a:moveTo>
                    <a:pt x="2033016" y="180594"/>
                  </a:moveTo>
                  <a:lnTo>
                    <a:pt x="2026589" y="132600"/>
                  </a:lnTo>
                  <a:lnTo>
                    <a:pt x="2008454" y="89471"/>
                  </a:lnTo>
                  <a:lnTo>
                    <a:pt x="1980336" y="52920"/>
                  </a:lnTo>
                  <a:lnTo>
                    <a:pt x="1943938" y="24676"/>
                  </a:lnTo>
                  <a:lnTo>
                    <a:pt x="1900986" y="6464"/>
                  </a:lnTo>
                  <a:lnTo>
                    <a:pt x="1853184" y="0"/>
                  </a:lnTo>
                  <a:lnTo>
                    <a:pt x="1805368" y="6464"/>
                  </a:lnTo>
                  <a:lnTo>
                    <a:pt x="1762417" y="24676"/>
                  </a:lnTo>
                  <a:lnTo>
                    <a:pt x="1726018" y="52920"/>
                  </a:lnTo>
                  <a:lnTo>
                    <a:pt x="1697901" y="89471"/>
                  </a:lnTo>
                  <a:lnTo>
                    <a:pt x="1679765" y="132600"/>
                  </a:lnTo>
                  <a:lnTo>
                    <a:pt x="1673352" y="180594"/>
                  </a:lnTo>
                  <a:lnTo>
                    <a:pt x="1679765" y="228600"/>
                  </a:lnTo>
                  <a:lnTo>
                    <a:pt x="1697901" y="271729"/>
                  </a:lnTo>
                  <a:lnTo>
                    <a:pt x="1726018" y="308279"/>
                  </a:lnTo>
                  <a:lnTo>
                    <a:pt x="1762417" y="336524"/>
                  </a:lnTo>
                  <a:lnTo>
                    <a:pt x="1805368" y="354736"/>
                  </a:lnTo>
                  <a:lnTo>
                    <a:pt x="1853184" y="361188"/>
                  </a:lnTo>
                  <a:lnTo>
                    <a:pt x="1900986" y="354736"/>
                  </a:lnTo>
                  <a:lnTo>
                    <a:pt x="1943938" y="336524"/>
                  </a:lnTo>
                  <a:lnTo>
                    <a:pt x="1980336" y="308279"/>
                  </a:lnTo>
                  <a:lnTo>
                    <a:pt x="2008454" y="271729"/>
                  </a:lnTo>
                  <a:lnTo>
                    <a:pt x="2026589" y="228600"/>
                  </a:lnTo>
                  <a:lnTo>
                    <a:pt x="2033016" y="180594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1" name="object 19">
            <a:extLst>
              <a:ext uri="{FF2B5EF4-FFF2-40B4-BE49-F238E27FC236}">
                <a16:creationId xmlns="" xmlns:a16="http://schemas.microsoft.com/office/drawing/2014/main" id="{CA094D0F-D3B0-46BC-A3AE-01C71035465D}"/>
              </a:ext>
            </a:extLst>
          </p:cNvPr>
          <p:cNvSpPr txBox="1"/>
          <p:nvPr/>
        </p:nvSpPr>
        <p:spPr>
          <a:xfrm>
            <a:off x="2463887" y="3972423"/>
            <a:ext cx="274320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6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object 20">
            <a:extLst>
              <a:ext uri="{FF2B5EF4-FFF2-40B4-BE49-F238E27FC236}">
                <a16:creationId xmlns="" xmlns:a16="http://schemas.microsoft.com/office/drawing/2014/main" id="{95FF6AB7-5628-4011-A138-D23B89E9B828}"/>
              </a:ext>
            </a:extLst>
          </p:cNvPr>
          <p:cNvSpPr txBox="1"/>
          <p:nvPr/>
        </p:nvSpPr>
        <p:spPr>
          <a:xfrm>
            <a:off x="1150149" y="3156575"/>
            <a:ext cx="224154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6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object 21">
            <a:extLst>
              <a:ext uri="{FF2B5EF4-FFF2-40B4-BE49-F238E27FC236}">
                <a16:creationId xmlns="" xmlns:a16="http://schemas.microsoft.com/office/drawing/2014/main" id="{12E5C4C7-B553-45CC-99E3-B3A95BBC63FB}"/>
              </a:ext>
            </a:extLst>
          </p:cNvPr>
          <p:cNvSpPr txBox="1"/>
          <p:nvPr/>
        </p:nvSpPr>
        <p:spPr>
          <a:xfrm>
            <a:off x="2279103" y="2803007"/>
            <a:ext cx="274320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6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object 22">
            <a:extLst>
              <a:ext uri="{FF2B5EF4-FFF2-40B4-BE49-F238E27FC236}">
                <a16:creationId xmlns="" xmlns:a16="http://schemas.microsoft.com/office/drawing/2014/main" id="{85027BC2-C641-455E-86C1-507E044160B6}"/>
              </a:ext>
            </a:extLst>
          </p:cNvPr>
          <p:cNvSpPr txBox="1"/>
          <p:nvPr/>
        </p:nvSpPr>
        <p:spPr>
          <a:xfrm>
            <a:off x="2119972" y="5583951"/>
            <a:ext cx="3005455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2707640" algn="l"/>
              </a:tabLst>
            </a:pPr>
            <a:r>
              <a:rPr sz="36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sz="28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4400" b="1" i="1" spc="-7" baseline="1388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sz="5400" baseline="138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object 23">
            <a:extLst>
              <a:ext uri="{FF2B5EF4-FFF2-40B4-BE49-F238E27FC236}">
                <a16:creationId xmlns="" xmlns:a16="http://schemas.microsoft.com/office/drawing/2014/main" id="{A463E2C5-3AAD-4299-B9E5-72AA1920CE41}"/>
              </a:ext>
            </a:extLst>
          </p:cNvPr>
          <p:cNvSpPr txBox="1"/>
          <p:nvPr/>
        </p:nvSpPr>
        <p:spPr>
          <a:xfrm>
            <a:off x="1335493" y="5082580"/>
            <a:ext cx="273685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6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169" y="152400"/>
            <a:ext cx="10357485" cy="68121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ts val="3460"/>
              </a:lnSpc>
              <a:tabLst>
                <a:tab pos="838835" algn="l"/>
                <a:tab pos="1632585" algn="l"/>
                <a:tab pos="2307590" algn="l"/>
                <a:tab pos="3416300" algn="l"/>
                <a:tab pos="4803140" algn="l"/>
                <a:tab pos="5161280" algn="l"/>
                <a:tab pos="6090920" algn="l"/>
                <a:tab pos="8194675" algn="l"/>
                <a:tab pos="8589010" algn="l"/>
                <a:tab pos="9284335" algn="l"/>
              </a:tabLst>
            </a:pPr>
            <a:r>
              <a:rPr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	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ts	a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	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alled	</a:t>
            </a:r>
            <a:r>
              <a:rPr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disjo</a:t>
            </a:r>
            <a:r>
              <a:rPr b="1" i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b="1" i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	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	their	i</a:t>
            </a:r>
            <a:r>
              <a:rPr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sect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n	</a:t>
            </a:r>
            <a:r>
              <a:rPr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	the	em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ty 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8600" y="45869"/>
            <a:ext cx="314833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Disjoint</a:t>
            </a:r>
            <a:r>
              <a:rPr sz="1800" spc="-10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Sets</a:t>
            </a:r>
            <a:endParaRPr sz="1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="" xmlns:a16="http://schemas.microsoft.com/office/drawing/2014/main" id="{B6D6CFF7-A9FE-46FE-B10A-D8D52DD27FE2}"/>
              </a:ext>
            </a:extLst>
          </p:cNvPr>
          <p:cNvSpPr/>
          <p:nvPr/>
        </p:nvSpPr>
        <p:spPr>
          <a:xfrm>
            <a:off x="609347" y="2119431"/>
            <a:ext cx="6223000" cy="4183379"/>
          </a:xfrm>
          <a:custGeom>
            <a:avLst/>
            <a:gdLst/>
            <a:ahLst/>
            <a:cxnLst/>
            <a:rect l="l" t="t" r="r" b="b"/>
            <a:pathLst>
              <a:path w="6223000" h="4183379">
                <a:moveTo>
                  <a:pt x="0" y="4183379"/>
                </a:moveTo>
                <a:lnTo>
                  <a:pt x="6222492" y="4183379"/>
                </a:lnTo>
                <a:lnTo>
                  <a:pt x="6222492" y="0"/>
                </a:lnTo>
                <a:lnTo>
                  <a:pt x="0" y="0"/>
                </a:lnTo>
                <a:lnTo>
                  <a:pt x="0" y="4183379"/>
                </a:lnTo>
                <a:close/>
              </a:path>
            </a:pathLst>
          </a:custGeom>
          <a:ln w="38100">
            <a:solidFill>
              <a:srgbClr val="FFD966"/>
            </a:solidFill>
          </a:ln>
        </p:spPr>
        <p:txBody>
          <a:bodyPr wrap="square" lIns="0" tIns="0" rIns="0" bIns="0" rtlCol="0"/>
          <a:lstStyle/>
          <a:p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="" xmlns:a16="http://schemas.microsoft.com/office/drawing/2014/main" id="{EFC29E2D-1120-4C1F-A47A-6DE55C4531CF}"/>
              </a:ext>
            </a:extLst>
          </p:cNvPr>
          <p:cNvSpPr txBox="1"/>
          <p:nvPr/>
        </p:nvSpPr>
        <p:spPr>
          <a:xfrm>
            <a:off x="700634" y="2077266"/>
            <a:ext cx="278765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4">
            <a:extLst>
              <a:ext uri="{FF2B5EF4-FFF2-40B4-BE49-F238E27FC236}">
                <a16:creationId xmlns="" xmlns:a16="http://schemas.microsoft.com/office/drawing/2014/main" id="{F6A1B5FB-8814-4C55-865A-8B08331ECADE}"/>
              </a:ext>
            </a:extLst>
          </p:cNvPr>
          <p:cNvSpPr txBox="1">
            <a:spLocks/>
          </p:cNvSpPr>
          <p:nvPr/>
        </p:nvSpPr>
        <p:spPr>
          <a:xfrm>
            <a:off x="914400" y="1070284"/>
            <a:ext cx="217678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6400" b="1" i="0">
                <a:solidFill>
                  <a:srgbClr val="F8CAAC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4400" ker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4400" kern="0" spc="-7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4400" ker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ample</a:t>
            </a:r>
          </a:p>
        </p:txBody>
      </p:sp>
      <p:grpSp>
        <p:nvGrpSpPr>
          <p:cNvPr id="7" name="object 5">
            <a:extLst>
              <a:ext uri="{FF2B5EF4-FFF2-40B4-BE49-F238E27FC236}">
                <a16:creationId xmlns="" xmlns:a16="http://schemas.microsoft.com/office/drawing/2014/main" id="{89AB0640-ADBF-4920-8E58-AA7FDBD03D0F}"/>
              </a:ext>
            </a:extLst>
          </p:cNvPr>
          <p:cNvGrpSpPr/>
          <p:nvPr/>
        </p:nvGrpSpPr>
        <p:grpSpPr>
          <a:xfrm>
            <a:off x="894724" y="2197810"/>
            <a:ext cx="5269230" cy="3122930"/>
            <a:chOff x="897263" y="1814977"/>
            <a:chExt cx="5269230" cy="3122930"/>
          </a:xfrm>
        </p:grpSpPr>
        <p:sp>
          <p:nvSpPr>
            <p:cNvPr id="8" name="object 6">
              <a:extLst>
                <a:ext uri="{FF2B5EF4-FFF2-40B4-BE49-F238E27FC236}">
                  <a16:creationId xmlns="" xmlns:a16="http://schemas.microsoft.com/office/drawing/2014/main" id="{8F4FE743-B306-4495-940A-4F59D68ACDE2}"/>
                </a:ext>
              </a:extLst>
            </p:cNvPr>
            <p:cNvSpPr/>
            <p:nvPr/>
          </p:nvSpPr>
          <p:spPr>
            <a:xfrm>
              <a:off x="916313" y="1834027"/>
              <a:ext cx="2294255" cy="3032760"/>
            </a:xfrm>
            <a:custGeom>
              <a:avLst/>
              <a:gdLst/>
              <a:ahLst/>
              <a:cxnLst/>
              <a:rect l="l" t="t" r="r" b="b"/>
              <a:pathLst>
                <a:path w="2294255" h="3032760">
                  <a:moveTo>
                    <a:pt x="83633" y="1209019"/>
                  </a:moveTo>
                  <a:lnTo>
                    <a:pt x="99696" y="1155965"/>
                  </a:lnTo>
                  <a:lnTo>
                    <a:pt x="116951" y="1103768"/>
                  </a:lnTo>
                  <a:lnTo>
                    <a:pt x="135364" y="1052450"/>
                  </a:lnTo>
                  <a:lnTo>
                    <a:pt x="154905" y="1002037"/>
                  </a:lnTo>
                  <a:lnTo>
                    <a:pt x="175543" y="952555"/>
                  </a:lnTo>
                  <a:lnTo>
                    <a:pt x="197246" y="904027"/>
                  </a:lnTo>
                  <a:lnTo>
                    <a:pt x="219981" y="856479"/>
                  </a:lnTo>
                  <a:lnTo>
                    <a:pt x="243719" y="809936"/>
                  </a:lnTo>
                  <a:lnTo>
                    <a:pt x="268426" y="764423"/>
                  </a:lnTo>
                  <a:lnTo>
                    <a:pt x="294072" y="719964"/>
                  </a:lnTo>
                  <a:lnTo>
                    <a:pt x="320624" y="676584"/>
                  </a:lnTo>
                  <a:lnTo>
                    <a:pt x="348053" y="634308"/>
                  </a:lnTo>
                  <a:lnTo>
                    <a:pt x="376324" y="593162"/>
                  </a:lnTo>
                  <a:lnTo>
                    <a:pt x="405409" y="553170"/>
                  </a:lnTo>
                  <a:lnTo>
                    <a:pt x="435273" y="514357"/>
                  </a:lnTo>
                  <a:lnTo>
                    <a:pt x="465887" y="476747"/>
                  </a:lnTo>
                  <a:lnTo>
                    <a:pt x="497219" y="440366"/>
                  </a:lnTo>
                  <a:lnTo>
                    <a:pt x="529236" y="405239"/>
                  </a:lnTo>
                  <a:lnTo>
                    <a:pt x="561908" y="371391"/>
                  </a:lnTo>
                  <a:lnTo>
                    <a:pt x="595202" y="338846"/>
                  </a:lnTo>
                  <a:lnTo>
                    <a:pt x="629088" y="307629"/>
                  </a:lnTo>
                  <a:lnTo>
                    <a:pt x="663533" y="277765"/>
                  </a:lnTo>
                  <a:lnTo>
                    <a:pt x="698507" y="249280"/>
                  </a:lnTo>
                  <a:lnTo>
                    <a:pt x="733977" y="222197"/>
                  </a:lnTo>
                  <a:lnTo>
                    <a:pt x="769912" y="196543"/>
                  </a:lnTo>
                  <a:lnTo>
                    <a:pt x="806281" y="172341"/>
                  </a:lnTo>
                  <a:lnTo>
                    <a:pt x="843052" y="149617"/>
                  </a:lnTo>
                  <a:lnTo>
                    <a:pt x="880192" y="128395"/>
                  </a:lnTo>
                  <a:lnTo>
                    <a:pt x="917672" y="108701"/>
                  </a:lnTo>
                  <a:lnTo>
                    <a:pt x="955459" y="90559"/>
                  </a:lnTo>
                  <a:lnTo>
                    <a:pt x="993521" y="73995"/>
                  </a:lnTo>
                  <a:lnTo>
                    <a:pt x="1031827" y="59033"/>
                  </a:lnTo>
                  <a:lnTo>
                    <a:pt x="1070346" y="45697"/>
                  </a:lnTo>
                  <a:lnTo>
                    <a:pt x="1109046" y="34014"/>
                  </a:lnTo>
                  <a:lnTo>
                    <a:pt x="1147894" y="24008"/>
                  </a:lnTo>
                  <a:lnTo>
                    <a:pt x="1186861" y="15703"/>
                  </a:lnTo>
                  <a:lnTo>
                    <a:pt x="1225914" y="9125"/>
                  </a:lnTo>
                  <a:lnTo>
                    <a:pt x="1265022" y="4298"/>
                  </a:lnTo>
                  <a:lnTo>
                    <a:pt x="1304152" y="1248"/>
                  </a:lnTo>
                  <a:lnTo>
                    <a:pt x="1343275" y="0"/>
                  </a:lnTo>
                  <a:lnTo>
                    <a:pt x="1382357" y="577"/>
                  </a:lnTo>
                  <a:lnTo>
                    <a:pt x="1421367" y="3005"/>
                  </a:lnTo>
                  <a:lnTo>
                    <a:pt x="1460274" y="7310"/>
                  </a:lnTo>
                  <a:lnTo>
                    <a:pt x="1499047" y="13515"/>
                  </a:lnTo>
                  <a:lnTo>
                    <a:pt x="1537653" y="21647"/>
                  </a:lnTo>
                  <a:lnTo>
                    <a:pt x="1576061" y="31729"/>
                  </a:lnTo>
                  <a:lnTo>
                    <a:pt x="1613936" y="43693"/>
                  </a:lnTo>
                  <a:lnTo>
                    <a:pt x="1650936" y="57413"/>
                  </a:lnTo>
                  <a:lnTo>
                    <a:pt x="1687049" y="72850"/>
                  </a:lnTo>
                  <a:lnTo>
                    <a:pt x="1722261" y="89967"/>
                  </a:lnTo>
                  <a:lnTo>
                    <a:pt x="1756559" y="108725"/>
                  </a:lnTo>
                  <a:lnTo>
                    <a:pt x="1789929" y="129088"/>
                  </a:lnTo>
                  <a:lnTo>
                    <a:pt x="1822359" y="151016"/>
                  </a:lnTo>
                  <a:lnTo>
                    <a:pt x="1853833" y="174473"/>
                  </a:lnTo>
                  <a:lnTo>
                    <a:pt x="1884340" y="199420"/>
                  </a:lnTo>
                  <a:lnTo>
                    <a:pt x="1913866" y="225819"/>
                  </a:lnTo>
                  <a:lnTo>
                    <a:pt x="1942397" y="253632"/>
                  </a:lnTo>
                  <a:lnTo>
                    <a:pt x="1969920" y="282822"/>
                  </a:lnTo>
                  <a:lnTo>
                    <a:pt x="1996422" y="313351"/>
                  </a:lnTo>
                  <a:lnTo>
                    <a:pt x="2021889" y="345180"/>
                  </a:lnTo>
                  <a:lnTo>
                    <a:pt x="2046307" y="378272"/>
                  </a:lnTo>
                  <a:lnTo>
                    <a:pt x="2069664" y="412589"/>
                  </a:lnTo>
                  <a:lnTo>
                    <a:pt x="2091946" y="448093"/>
                  </a:lnTo>
                  <a:lnTo>
                    <a:pt x="2113140" y="484746"/>
                  </a:lnTo>
                  <a:lnTo>
                    <a:pt x="2133232" y="522510"/>
                  </a:lnTo>
                  <a:lnTo>
                    <a:pt x="2152209" y="561348"/>
                  </a:lnTo>
                  <a:lnTo>
                    <a:pt x="2170057" y="601221"/>
                  </a:lnTo>
                  <a:lnTo>
                    <a:pt x="2186763" y="642091"/>
                  </a:lnTo>
                  <a:lnTo>
                    <a:pt x="2202314" y="683921"/>
                  </a:lnTo>
                  <a:lnTo>
                    <a:pt x="2216696" y="726673"/>
                  </a:lnTo>
                  <a:lnTo>
                    <a:pt x="2229896" y="770309"/>
                  </a:lnTo>
                  <a:lnTo>
                    <a:pt x="2241901" y="814790"/>
                  </a:lnTo>
                  <a:lnTo>
                    <a:pt x="2252696" y="860080"/>
                  </a:lnTo>
                  <a:lnTo>
                    <a:pt x="2262269" y="906139"/>
                  </a:lnTo>
                  <a:lnTo>
                    <a:pt x="2270607" y="952931"/>
                  </a:lnTo>
                  <a:lnTo>
                    <a:pt x="2277695" y="1000417"/>
                  </a:lnTo>
                  <a:lnTo>
                    <a:pt x="2283521" y="1048560"/>
                  </a:lnTo>
                  <a:lnTo>
                    <a:pt x="2288071" y="1097321"/>
                  </a:lnTo>
                  <a:lnTo>
                    <a:pt x="2291332" y="1146663"/>
                  </a:lnTo>
                  <a:lnTo>
                    <a:pt x="2293290" y="1196547"/>
                  </a:lnTo>
                  <a:lnTo>
                    <a:pt x="2293932" y="1246936"/>
                  </a:lnTo>
                  <a:lnTo>
                    <a:pt x="2293244" y="1297793"/>
                  </a:lnTo>
                  <a:lnTo>
                    <a:pt x="2291213" y="1349078"/>
                  </a:lnTo>
                  <a:lnTo>
                    <a:pt x="2287827" y="1400754"/>
                  </a:lnTo>
                  <a:lnTo>
                    <a:pt x="2283070" y="1452784"/>
                  </a:lnTo>
                  <a:lnTo>
                    <a:pt x="2276931" y="1505129"/>
                  </a:lnTo>
                  <a:lnTo>
                    <a:pt x="2269395" y="1557751"/>
                  </a:lnTo>
                  <a:lnTo>
                    <a:pt x="2260449" y="1610613"/>
                  </a:lnTo>
                  <a:lnTo>
                    <a:pt x="2250080" y="1663677"/>
                  </a:lnTo>
                  <a:lnTo>
                    <a:pt x="2238274" y="1716904"/>
                  </a:lnTo>
                  <a:lnTo>
                    <a:pt x="2225018" y="1770257"/>
                  </a:lnTo>
                  <a:lnTo>
                    <a:pt x="2210299" y="1823699"/>
                  </a:lnTo>
                  <a:lnTo>
                    <a:pt x="2194238" y="1876760"/>
                  </a:lnTo>
                  <a:lnTo>
                    <a:pt x="2176985" y="1928965"/>
                  </a:lnTo>
                  <a:lnTo>
                    <a:pt x="2158574" y="1980290"/>
                  </a:lnTo>
                  <a:lnTo>
                    <a:pt x="2139034" y="2030710"/>
                  </a:lnTo>
                  <a:lnTo>
                    <a:pt x="2118398" y="2080199"/>
                  </a:lnTo>
                  <a:lnTo>
                    <a:pt x="2096697" y="2128733"/>
                  </a:lnTo>
                  <a:lnTo>
                    <a:pt x="2073962" y="2176287"/>
                  </a:lnTo>
                  <a:lnTo>
                    <a:pt x="2050227" y="2222836"/>
                  </a:lnTo>
                  <a:lnTo>
                    <a:pt x="2025521" y="2268354"/>
                  </a:lnTo>
                  <a:lnTo>
                    <a:pt x="1999876" y="2312818"/>
                  </a:lnTo>
                  <a:lnTo>
                    <a:pt x="1973324" y="2356203"/>
                  </a:lnTo>
                  <a:lnTo>
                    <a:pt x="1945897" y="2398482"/>
                  </a:lnTo>
                  <a:lnTo>
                    <a:pt x="1917626" y="2439632"/>
                  </a:lnTo>
                  <a:lnTo>
                    <a:pt x="1888543" y="2479628"/>
                  </a:lnTo>
                  <a:lnTo>
                    <a:pt x="1858679" y="2518444"/>
                  </a:lnTo>
                  <a:lnTo>
                    <a:pt x="1828066" y="2556057"/>
                  </a:lnTo>
                  <a:lnTo>
                    <a:pt x="1796735" y="2592440"/>
                  </a:lnTo>
                  <a:lnTo>
                    <a:pt x="1764717" y="2627569"/>
                  </a:lnTo>
                  <a:lnTo>
                    <a:pt x="1732046" y="2661419"/>
                  </a:lnTo>
                  <a:lnTo>
                    <a:pt x="1698751" y="2693965"/>
                  </a:lnTo>
                  <a:lnTo>
                    <a:pt x="1664865" y="2725183"/>
                  </a:lnTo>
                  <a:lnTo>
                    <a:pt x="1630419" y="2755047"/>
                  </a:lnTo>
                  <a:lnTo>
                    <a:pt x="1595445" y="2783533"/>
                  </a:lnTo>
                  <a:lnTo>
                    <a:pt x="1559973" y="2810615"/>
                  </a:lnTo>
                  <a:lnTo>
                    <a:pt x="1524037" y="2836269"/>
                  </a:lnTo>
                  <a:lnTo>
                    <a:pt x="1487667" y="2860470"/>
                  </a:lnTo>
                  <a:lnTo>
                    <a:pt x="1450895" y="2883193"/>
                  </a:lnTo>
                  <a:lnTo>
                    <a:pt x="1413752" y="2904413"/>
                  </a:lnTo>
                  <a:lnTo>
                    <a:pt x="1376271" y="2924105"/>
                  </a:lnTo>
                  <a:lnTo>
                    <a:pt x="1338482" y="2942244"/>
                  </a:lnTo>
                  <a:lnTo>
                    <a:pt x="1300417" y="2958806"/>
                  </a:lnTo>
                  <a:lnTo>
                    <a:pt x="1262107" y="2973765"/>
                  </a:lnTo>
                  <a:lnTo>
                    <a:pt x="1223585" y="2987097"/>
                  </a:lnTo>
                  <a:lnTo>
                    <a:pt x="1184882" y="2998777"/>
                  </a:lnTo>
                  <a:lnTo>
                    <a:pt x="1146029" y="3008779"/>
                  </a:lnTo>
                  <a:lnTo>
                    <a:pt x="1107058" y="3017079"/>
                  </a:lnTo>
                  <a:lnTo>
                    <a:pt x="1068000" y="3023652"/>
                  </a:lnTo>
                  <a:lnTo>
                    <a:pt x="1028888" y="3028474"/>
                  </a:lnTo>
                  <a:lnTo>
                    <a:pt x="989752" y="3031518"/>
                  </a:lnTo>
                  <a:lnTo>
                    <a:pt x="950624" y="3032761"/>
                  </a:lnTo>
                  <a:lnTo>
                    <a:pt x="911536" y="3032177"/>
                  </a:lnTo>
                  <a:lnTo>
                    <a:pt x="872519" y="3029742"/>
                  </a:lnTo>
                  <a:lnTo>
                    <a:pt x="833605" y="3025430"/>
                  </a:lnTo>
                  <a:lnTo>
                    <a:pt x="794825" y="3019218"/>
                  </a:lnTo>
                  <a:lnTo>
                    <a:pt x="756212" y="3011079"/>
                  </a:lnTo>
                  <a:lnTo>
                    <a:pt x="717795" y="3000989"/>
                  </a:lnTo>
                  <a:lnTo>
                    <a:pt x="679930" y="2989024"/>
                  </a:lnTo>
                  <a:lnTo>
                    <a:pt x="642939" y="2975305"/>
                  </a:lnTo>
                  <a:lnTo>
                    <a:pt x="606834" y="2959867"/>
                  </a:lnTo>
                  <a:lnTo>
                    <a:pt x="571629" y="2942751"/>
                  </a:lnTo>
                  <a:lnTo>
                    <a:pt x="537339" y="2923992"/>
                  </a:lnTo>
                  <a:lnTo>
                    <a:pt x="503975" y="2903629"/>
                  </a:lnTo>
                  <a:lnTo>
                    <a:pt x="471551" y="2881701"/>
                  </a:lnTo>
                  <a:lnTo>
                    <a:pt x="440082" y="2858244"/>
                  </a:lnTo>
                  <a:lnTo>
                    <a:pt x="409579" y="2833297"/>
                  </a:lnTo>
                  <a:lnTo>
                    <a:pt x="380058" y="2806898"/>
                  </a:lnTo>
                  <a:lnTo>
                    <a:pt x="351530" y="2779085"/>
                  </a:lnTo>
                  <a:lnTo>
                    <a:pt x="324011" y="2749895"/>
                  </a:lnTo>
                  <a:lnTo>
                    <a:pt x="297512" y="2719366"/>
                  </a:lnTo>
                  <a:lnTo>
                    <a:pt x="272047" y="2687537"/>
                  </a:lnTo>
                  <a:lnTo>
                    <a:pt x="247631" y="2654445"/>
                  </a:lnTo>
                  <a:lnTo>
                    <a:pt x="224275" y="2620128"/>
                  </a:lnTo>
                  <a:lnTo>
                    <a:pt x="201994" y="2584624"/>
                  </a:lnTo>
                  <a:lnTo>
                    <a:pt x="180801" y="2547971"/>
                  </a:lnTo>
                  <a:lnTo>
                    <a:pt x="160710" y="2510207"/>
                  </a:lnTo>
                  <a:lnTo>
                    <a:pt x="141734" y="2471369"/>
                  </a:lnTo>
                  <a:lnTo>
                    <a:pt x="123886" y="2431496"/>
                  </a:lnTo>
                  <a:lnTo>
                    <a:pt x="107179" y="2390626"/>
                  </a:lnTo>
                  <a:lnTo>
                    <a:pt x="91628" y="2348796"/>
                  </a:lnTo>
                  <a:lnTo>
                    <a:pt x="77245" y="2306044"/>
                  </a:lnTo>
                  <a:lnTo>
                    <a:pt x="64045" y="2262409"/>
                  </a:lnTo>
                  <a:lnTo>
                    <a:pt x="52040" y="2217927"/>
                  </a:lnTo>
                  <a:lnTo>
                    <a:pt x="41243" y="2172638"/>
                  </a:lnTo>
                  <a:lnTo>
                    <a:pt x="31669" y="2126578"/>
                  </a:lnTo>
                  <a:lnTo>
                    <a:pt x="23330" y="2079786"/>
                  </a:lnTo>
                  <a:lnTo>
                    <a:pt x="16241" y="2032300"/>
                  </a:lnTo>
                  <a:lnTo>
                    <a:pt x="10414" y="1984158"/>
                  </a:lnTo>
                  <a:lnTo>
                    <a:pt x="5863" y="1935396"/>
                  </a:lnTo>
                  <a:lnTo>
                    <a:pt x="2601" y="1886055"/>
                  </a:lnTo>
                  <a:lnTo>
                    <a:pt x="642" y="1836170"/>
                  </a:lnTo>
                  <a:lnTo>
                    <a:pt x="0" y="1785781"/>
                  </a:lnTo>
                  <a:lnTo>
                    <a:pt x="686" y="1734925"/>
                  </a:lnTo>
                  <a:lnTo>
                    <a:pt x="2716" y="1683639"/>
                  </a:lnTo>
                  <a:lnTo>
                    <a:pt x="6102" y="1631963"/>
                  </a:lnTo>
                  <a:lnTo>
                    <a:pt x="10858" y="1579933"/>
                  </a:lnTo>
                  <a:lnTo>
                    <a:pt x="16998" y="1527588"/>
                  </a:lnTo>
                  <a:lnTo>
                    <a:pt x="24534" y="1474966"/>
                  </a:lnTo>
                  <a:lnTo>
                    <a:pt x="33480" y="1422104"/>
                  </a:lnTo>
                  <a:lnTo>
                    <a:pt x="43849" y="1369040"/>
                  </a:lnTo>
                  <a:lnTo>
                    <a:pt x="55656" y="1315813"/>
                  </a:lnTo>
                  <a:lnTo>
                    <a:pt x="68913" y="1262460"/>
                  </a:lnTo>
                  <a:lnTo>
                    <a:pt x="83633" y="1209019"/>
                  </a:lnTo>
                  <a:close/>
                </a:path>
              </a:pathLst>
            </a:custGeom>
            <a:ln w="38100">
              <a:solidFill>
                <a:srgbClr val="FFD966"/>
              </a:solidFill>
            </a:ln>
          </p:spPr>
          <p:txBody>
            <a:bodyPr wrap="square" lIns="0" tIns="0" rIns="0" bIns="0" rtlCol="0"/>
            <a:lstStyle/>
            <a:p>
              <a:endParaRPr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object 7">
              <a:extLst>
                <a:ext uri="{FF2B5EF4-FFF2-40B4-BE49-F238E27FC236}">
                  <a16:creationId xmlns="" xmlns:a16="http://schemas.microsoft.com/office/drawing/2014/main" id="{A256AC23-28FC-4E2B-88A2-1CDBA2C1022C}"/>
                </a:ext>
              </a:extLst>
            </p:cNvPr>
            <p:cNvSpPr/>
            <p:nvPr/>
          </p:nvSpPr>
          <p:spPr>
            <a:xfrm>
              <a:off x="3410712" y="2415539"/>
              <a:ext cx="2755900" cy="2522220"/>
            </a:xfrm>
            <a:custGeom>
              <a:avLst/>
              <a:gdLst/>
              <a:ahLst/>
              <a:cxnLst/>
              <a:rect l="l" t="t" r="r" b="b"/>
              <a:pathLst>
                <a:path w="2755900" h="2522220">
                  <a:moveTo>
                    <a:pt x="359664" y="1981962"/>
                  </a:moveTo>
                  <a:lnTo>
                    <a:pt x="353237" y="1933968"/>
                  </a:lnTo>
                  <a:lnTo>
                    <a:pt x="335102" y="1890839"/>
                  </a:lnTo>
                  <a:lnTo>
                    <a:pt x="306984" y="1854288"/>
                  </a:lnTo>
                  <a:lnTo>
                    <a:pt x="270586" y="1826044"/>
                  </a:lnTo>
                  <a:lnTo>
                    <a:pt x="227634" y="1807832"/>
                  </a:lnTo>
                  <a:lnTo>
                    <a:pt x="179832" y="1801368"/>
                  </a:lnTo>
                  <a:lnTo>
                    <a:pt x="132016" y="1807832"/>
                  </a:lnTo>
                  <a:lnTo>
                    <a:pt x="89065" y="1826044"/>
                  </a:lnTo>
                  <a:lnTo>
                    <a:pt x="52666" y="1854288"/>
                  </a:lnTo>
                  <a:lnTo>
                    <a:pt x="24549" y="1890839"/>
                  </a:lnTo>
                  <a:lnTo>
                    <a:pt x="6413" y="1933968"/>
                  </a:lnTo>
                  <a:lnTo>
                    <a:pt x="0" y="1981962"/>
                  </a:lnTo>
                  <a:lnTo>
                    <a:pt x="6413" y="2029968"/>
                  </a:lnTo>
                  <a:lnTo>
                    <a:pt x="24549" y="2073097"/>
                  </a:lnTo>
                  <a:lnTo>
                    <a:pt x="52666" y="2109647"/>
                  </a:lnTo>
                  <a:lnTo>
                    <a:pt x="89065" y="2137892"/>
                  </a:lnTo>
                  <a:lnTo>
                    <a:pt x="132016" y="2156104"/>
                  </a:lnTo>
                  <a:lnTo>
                    <a:pt x="179832" y="2162556"/>
                  </a:lnTo>
                  <a:lnTo>
                    <a:pt x="227634" y="2156104"/>
                  </a:lnTo>
                  <a:lnTo>
                    <a:pt x="270586" y="2137892"/>
                  </a:lnTo>
                  <a:lnTo>
                    <a:pt x="306984" y="2109647"/>
                  </a:lnTo>
                  <a:lnTo>
                    <a:pt x="335102" y="2073097"/>
                  </a:lnTo>
                  <a:lnTo>
                    <a:pt x="353237" y="2029968"/>
                  </a:lnTo>
                  <a:lnTo>
                    <a:pt x="359664" y="1981962"/>
                  </a:lnTo>
                  <a:close/>
                </a:path>
                <a:path w="2755900" h="2522220">
                  <a:moveTo>
                    <a:pt x="1485900" y="1470660"/>
                  </a:moveTo>
                  <a:lnTo>
                    <a:pt x="1479473" y="1422857"/>
                  </a:lnTo>
                  <a:lnTo>
                    <a:pt x="1461338" y="1379905"/>
                  </a:lnTo>
                  <a:lnTo>
                    <a:pt x="1433220" y="1343507"/>
                  </a:lnTo>
                  <a:lnTo>
                    <a:pt x="1396822" y="1315389"/>
                  </a:lnTo>
                  <a:lnTo>
                    <a:pt x="1353870" y="1297254"/>
                  </a:lnTo>
                  <a:lnTo>
                    <a:pt x="1306068" y="1290828"/>
                  </a:lnTo>
                  <a:lnTo>
                    <a:pt x="1258252" y="1297254"/>
                  </a:lnTo>
                  <a:lnTo>
                    <a:pt x="1215301" y="1315389"/>
                  </a:lnTo>
                  <a:lnTo>
                    <a:pt x="1178902" y="1343507"/>
                  </a:lnTo>
                  <a:lnTo>
                    <a:pt x="1150785" y="1379905"/>
                  </a:lnTo>
                  <a:lnTo>
                    <a:pt x="1132649" y="1422857"/>
                  </a:lnTo>
                  <a:lnTo>
                    <a:pt x="1126236" y="1470660"/>
                  </a:lnTo>
                  <a:lnTo>
                    <a:pt x="1132649" y="1518475"/>
                  </a:lnTo>
                  <a:lnTo>
                    <a:pt x="1150785" y="1561426"/>
                  </a:lnTo>
                  <a:lnTo>
                    <a:pt x="1178902" y="1597825"/>
                  </a:lnTo>
                  <a:lnTo>
                    <a:pt x="1215301" y="1625942"/>
                  </a:lnTo>
                  <a:lnTo>
                    <a:pt x="1258252" y="1644078"/>
                  </a:lnTo>
                  <a:lnTo>
                    <a:pt x="1306068" y="1650492"/>
                  </a:lnTo>
                  <a:lnTo>
                    <a:pt x="1353870" y="1644078"/>
                  </a:lnTo>
                  <a:lnTo>
                    <a:pt x="1396822" y="1625942"/>
                  </a:lnTo>
                  <a:lnTo>
                    <a:pt x="1433220" y="1597825"/>
                  </a:lnTo>
                  <a:lnTo>
                    <a:pt x="1461338" y="1561426"/>
                  </a:lnTo>
                  <a:lnTo>
                    <a:pt x="1479473" y="1518475"/>
                  </a:lnTo>
                  <a:lnTo>
                    <a:pt x="1485900" y="1470660"/>
                  </a:lnTo>
                  <a:close/>
                </a:path>
                <a:path w="2755900" h="2522220">
                  <a:moveTo>
                    <a:pt x="2110740" y="179832"/>
                  </a:moveTo>
                  <a:lnTo>
                    <a:pt x="2104313" y="132029"/>
                  </a:lnTo>
                  <a:lnTo>
                    <a:pt x="2086178" y="89077"/>
                  </a:lnTo>
                  <a:lnTo>
                    <a:pt x="2058060" y="52679"/>
                  </a:lnTo>
                  <a:lnTo>
                    <a:pt x="2021662" y="24561"/>
                  </a:lnTo>
                  <a:lnTo>
                    <a:pt x="1978710" y="6426"/>
                  </a:lnTo>
                  <a:lnTo>
                    <a:pt x="1930908" y="0"/>
                  </a:lnTo>
                  <a:lnTo>
                    <a:pt x="1883092" y="6426"/>
                  </a:lnTo>
                  <a:lnTo>
                    <a:pt x="1840141" y="24561"/>
                  </a:lnTo>
                  <a:lnTo>
                    <a:pt x="1803742" y="52679"/>
                  </a:lnTo>
                  <a:lnTo>
                    <a:pt x="1775625" y="89077"/>
                  </a:lnTo>
                  <a:lnTo>
                    <a:pt x="1757489" y="132029"/>
                  </a:lnTo>
                  <a:lnTo>
                    <a:pt x="1751076" y="179832"/>
                  </a:lnTo>
                  <a:lnTo>
                    <a:pt x="1757489" y="227647"/>
                  </a:lnTo>
                  <a:lnTo>
                    <a:pt x="1775625" y="270598"/>
                  </a:lnTo>
                  <a:lnTo>
                    <a:pt x="1803742" y="306997"/>
                  </a:lnTo>
                  <a:lnTo>
                    <a:pt x="1840141" y="335114"/>
                  </a:lnTo>
                  <a:lnTo>
                    <a:pt x="1883092" y="353250"/>
                  </a:lnTo>
                  <a:lnTo>
                    <a:pt x="1930908" y="359664"/>
                  </a:lnTo>
                  <a:lnTo>
                    <a:pt x="1978710" y="353250"/>
                  </a:lnTo>
                  <a:lnTo>
                    <a:pt x="2021662" y="335114"/>
                  </a:lnTo>
                  <a:lnTo>
                    <a:pt x="2058060" y="306997"/>
                  </a:lnTo>
                  <a:lnTo>
                    <a:pt x="2086178" y="270598"/>
                  </a:lnTo>
                  <a:lnTo>
                    <a:pt x="2104313" y="227647"/>
                  </a:lnTo>
                  <a:lnTo>
                    <a:pt x="2110740" y="179832"/>
                  </a:lnTo>
                  <a:close/>
                </a:path>
                <a:path w="2755900" h="2522220">
                  <a:moveTo>
                    <a:pt x="2388108" y="2342388"/>
                  </a:moveTo>
                  <a:lnTo>
                    <a:pt x="2381681" y="2294585"/>
                  </a:lnTo>
                  <a:lnTo>
                    <a:pt x="2363546" y="2251633"/>
                  </a:lnTo>
                  <a:lnTo>
                    <a:pt x="2335428" y="2215235"/>
                  </a:lnTo>
                  <a:lnTo>
                    <a:pt x="2299030" y="2187117"/>
                  </a:lnTo>
                  <a:lnTo>
                    <a:pt x="2256078" y="2168982"/>
                  </a:lnTo>
                  <a:lnTo>
                    <a:pt x="2208276" y="2162556"/>
                  </a:lnTo>
                  <a:lnTo>
                    <a:pt x="2160460" y="2168982"/>
                  </a:lnTo>
                  <a:lnTo>
                    <a:pt x="2117509" y="2187117"/>
                  </a:lnTo>
                  <a:lnTo>
                    <a:pt x="2081110" y="2215235"/>
                  </a:lnTo>
                  <a:lnTo>
                    <a:pt x="2052993" y="2251633"/>
                  </a:lnTo>
                  <a:lnTo>
                    <a:pt x="2034857" y="2294585"/>
                  </a:lnTo>
                  <a:lnTo>
                    <a:pt x="2028444" y="2342388"/>
                  </a:lnTo>
                  <a:lnTo>
                    <a:pt x="2034857" y="2390203"/>
                  </a:lnTo>
                  <a:lnTo>
                    <a:pt x="2052993" y="2433155"/>
                  </a:lnTo>
                  <a:lnTo>
                    <a:pt x="2081110" y="2469553"/>
                  </a:lnTo>
                  <a:lnTo>
                    <a:pt x="2117509" y="2497671"/>
                  </a:lnTo>
                  <a:lnTo>
                    <a:pt x="2160460" y="2515806"/>
                  </a:lnTo>
                  <a:lnTo>
                    <a:pt x="2208276" y="2522220"/>
                  </a:lnTo>
                  <a:lnTo>
                    <a:pt x="2256078" y="2515806"/>
                  </a:lnTo>
                  <a:lnTo>
                    <a:pt x="2299030" y="2497671"/>
                  </a:lnTo>
                  <a:lnTo>
                    <a:pt x="2335428" y="2469553"/>
                  </a:lnTo>
                  <a:lnTo>
                    <a:pt x="2363546" y="2433155"/>
                  </a:lnTo>
                  <a:lnTo>
                    <a:pt x="2381681" y="2390203"/>
                  </a:lnTo>
                  <a:lnTo>
                    <a:pt x="2388108" y="2342388"/>
                  </a:lnTo>
                  <a:close/>
                </a:path>
                <a:path w="2755900" h="2522220">
                  <a:moveTo>
                    <a:pt x="2755392" y="990600"/>
                  </a:moveTo>
                  <a:lnTo>
                    <a:pt x="2748965" y="942797"/>
                  </a:lnTo>
                  <a:lnTo>
                    <a:pt x="2730830" y="899845"/>
                  </a:lnTo>
                  <a:lnTo>
                    <a:pt x="2702712" y="863447"/>
                  </a:lnTo>
                  <a:lnTo>
                    <a:pt x="2666314" y="835329"/>
                  </a:lnTo>
                  <a:lnTo>
                    <a:pt x="2623362" y="817194"/>
                  </a:lnTo>
                  <a:lnTo>
                    <a:pt x="2575560" y="810768"/>
                  </a:lnTo>
                  <a:lnTo>
                    <a:pt x="2527744" y="817194"/>
                  </a:lnTo>
                  <a:lnTo>
                    <a:pt x="2484793" y="835329"/>
                  </a:lnTo>
                  <a:lnTo>
                    <a:pt x="2448395" y="863447"/>
                  </a:lnTo>
                  <a:lnTo>
                    <a:pt x="2420277" y="899845"/>
                  </a:lnTo>
                  <a:lnTo>
                    <a:pt x="2402141" y="942797"/>
                  </a:lnTo>
                  <a:lnTo>
                    <a:pt x="2395728" y="990600"/>
                  </a:lnTo>
                  <a:lnTo>
                    <a:pt x="2402141" y="1038415"/>
                  </a:lnTo>
                  <a:lnTo>
                    <a:pt x="2420277" y="1081366"/>
                  </a:lnTo>
                  <a:lnTo>
                    <a:pt x="2448395" y="1117765"/>
                  </a:lnTo>
                  <a:lnTo>
                    <a:pt x="2484793" y="1145882"/>
                  </a:lnTo>
                  <a:lnTo>
                    <a:pt x="2527744" y="1164018"/>
                  </a:lnTo>
                  <a:lnTo>
                    <a:pt x="2575560" y="1170432"/>
                  </a:lnTo>
                  <a:lnTo>
                    <a:pt x="2623362" y="1164018"/>
                  </a:lnTo>
                  <a:lnTo>
                    <a:pt x="2666314" y="1145882"/>
                  </a:lnTo>
                  <a:lnTo>
                    <a:pt x="2702712" y="1117765"/>
                  </a:lnTo>
                  <a:lnTo>
                    <a:pt x="2730830" y="1081366"/>
                  </a:lnTo>
                  <a:lnTo>
                    <a:pt x="2748965" y="1038415"/>
                  </a:lnTo>
                  <a:lnTo>
                    <a:pt x="2755392" y="99060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" name="object 8">
            <a:extLst>
              <a:ext uri="{FF2B5EF4-FFF2-40B4-BE49-F238E27FC236}">
                <a16:creationId xmlns="" xmlns:a16="http://schemas.microsoft.com/office/drawing/2014/main" id="{625843F2-2FB2-407D-B4DE-9E488A8308C6}"/>
              </a:ext>
            </a:extLst>
          </p:cNvPr>
          <p:cNvSpPr txBox="1"/>
          <p:nvPr/>
        </p:nvSpPr>
        <p:spPr>
          <a:xfrm>
            <a:off x="7079616" y="1906934"/>
            <a:ext cx="2075180" cy="1029769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{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b,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c, d</a:t>
            </a:r>
            <a:r>
              <a:rPr sz="28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{ a, e, o</a:t>
            </a:r>
            <a:r>
              <a:rPr sz="28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object 9">
            <a:extLst>
              <a:ext uri="{FF2B5EF4-FFF2-40B4-BE49-F238E27FC236}">
                <a16:creationId xmlns="" xmlns:a16="http://schemas.microsoft.com/office/drawing/2014/main" id="{9631B8AD-8FBA-4B6F-94BC-3A20EED6C934}"/>
              </a:ext>
            </a:extLst>
          </p:cNvPr>
          <p:cNvSpPr txBox="1"/>
          <p:nvPr/>
        </p:nvSpPr>
        <p:spPr>
          <a:xfrm>
            <a:off x="7079616" y="3624425"/>
            <a:ext cx="3162935" cy="996427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∩ </a:t>
            </a:r>
            <a:r>
              <a:rPr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{ Ø</a:t>
            </a:r>
            <a:r>
              <a:rPr sz="28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sz="32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DISJOINT!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object 10">
            <a:extLst>
              <a:ext uri="{FF2B5EF4-FFF2-40B4-BE49-F238E27FC236}">
                <a16:creationId xmlns="" xmlns:a16="http://schemas.microsoft.com/office/drawing/2014/main" id="{89711C22-E22D-47D9-ADD7-52C2788D4E4B}"/>
              </a:ext>
            </a:extLst>
          </p:cNvPr>
          <p:cNvSpPr txBox="1"/>
          <p:nvPr/>
        </p:nvSpPr>
        <p:spPr>
          <a:xfrm>
            <a:off x="3363976" y="3970405"/>
            <a:ext cx="274320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6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object 11">
            <a:extLst>
              <a:ext uri="{FF2B5EF4-FFF2-40B4-BE49-F238E27FC236}">
                <a16:creationId xmlns="" xmlns:a16="http://schemas.microsoft.com/office/drawing/2014/main" id="{7FA137FB-C350-4356-929B-C7779023FEDF}"/>
              </a:ext>
            </a:extLst>
          </p:cNvPr>
          <p:cNvSpPr txBox="1"/>
          <p:nvPr/>
        </p:nvSpPr>
        <p:spPr>
          <a:xfrm>
            <a:off x="5823713" y="4404796"/>
            <a:ext cx="255270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6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bject 12">
            <a:extLst>
              <a:ext uri="{FF2B5EF4-FFF2-40B4-BE49-F238E27FC236}">
                <a16:creationId xmlns="" xmlns:a16="http://schemas.microsoft.com/office/drawing/2014/main" id="{4F78EECD-3AB7-4F69-BA5F-6F972E699030}"/>
              </a:ext>
            </a:extLst>
          </p:cNvPr>
          <p:cNvSpPr txBox="1"/>
          <p:nvPr/>
        </p:nvSpPr>
        <p:spPr>
          <a:xfrm>
            <a:off x="4942206" y="2408940"/>
            <a:ext cx="129539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6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object 13">
            <a:extLst>
              <a:ext uri="{FF2B5EF4-FFF2-40B4-BE49-F238E27FC236}">
                <a16:creationId xmlns="" xmlns:a16="http://schemas.microsoft.com/office/drawing/2014/main" id="{C3265363-39A8-4A93-AFEC-610644F171D3}"/>
              </a:ext>
            </a:extLst>
          </p:cNvPr>
          <p:cNvSpPr txBox="1"/>
          <p:nvPr/>
        </p:nvSpPr>
        <p:spPr>
          <a:xfrm>
            <a:off x="4372230" y="3515364"/>
            <a:ext cx="273685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6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endParaRPr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object 14">
            <a:extLst>
              <a:ext uri="{FF2B5EF4-FFF2-40B4-BE49-F238E27FC236}">
                <a16:creationId xmlns="" xmlns:a16="http://schemas.microsoft.com/office/drawing/2014/main" id="{0B82B49D-C78D-475C-80E4-33FBAB4C9AA4}"/>
              </a:ext>
            </a:extLst>
          </p:cNvPr>
          <p:cNvSpPr txBox="1"/>
          <p:nvPr/>
        </p:nvSpPr>
        <p:spPr>
          <a:xfrm>
            <a:off x="5528311" y="3089914"/>
            <a:ext cx="274320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6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endParaRPr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object 15">
            <a:extLst>
              <a:ext uri="{FF2B5EF4-FFF2-40B4-BE49-F238E27FC236}">
                <a16:creationId xmlns="" xmlns:a16="http://schemas.microsoft.com/office/drawing/2014/main" id="{D616861B-FC89-41FB-BC0E-0DD1861F60DF}"/>
              </a:ext>
            </a:extLst>
          </p:cNvPr>
          <p:cNvSpPr txBox="1"/>
          <p:nvPr/>
        </p:nvSpPr>
        <p:spPr>
          <a:xfrm>
            <a:off x="1616583" y="2324155"/>
            <a:ext cx="320675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600" b="1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object 16">
            <a:extLst>
              <a:ext uri="{FF2B5EF4-FFF2-40B4-BE49-F238E27FC236}">
                <a16:creationId xmlns="" xmlns:a16="http://schemas.microsoft.com/office/drawing/2014/main" id="{935B3350-5536-4AFC-B891-A566993D2BF9}"/>
              </a:ext>
            </a:extLst>
          </p:cNvPr>
          <p:cNvSpPr txBox="1"/>
          <p:nvPr/>
        </p:nvSpPr>
        <p:spPr>
          <a:xfrm>
            <a:off x="4895851" y="5504793"/>
            <a:ext cx="297180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600" b="1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9" name="object 17">
            <a:extLst>
              <a:ext uri="{FF2B5EF4-FFF2-40B4-BE49-F238E27FC236}">
                <a16:creationId xmlns="" xmlns:a16="http://schemas.microsoft.com/office/drawing/2014/main" id="{75BD99DB-B1E0-45F3-A1F6-A2ED8615BA53}"/>
              </a:ext>
            </a:extLst>
          </p:cNvPr>
          <p:cNvGrpSpPr/>
          <p:nvPr/>
        </p:nvGrpSpPr>
        <p:grpSpPr>
          <a:xfrm>
            <a:off x="968249" y="3087933"/>
            <a:ext cx="5541010" cy="3141345"/>
            <a:chOff x="970788" y="2705100"/>
            <a:chExt cx="5541010" cy="3141345"/>
          </a:xfrm>
        </p:grpSpPr>
        <p:sp>
          <p:nvSpPr>
            <p:cNvPr id="20" name="object 18">
              <a:extLst>
                <a:ext uri="{FF2B5EF4-FFF2-40B4-BE49-F238E27FC236}">
                  <a16:creationId xmlns="" xmlns:a16="http://schemas.microsoft.com/office/drawing/2014/main" id="{D47144DB-146D-4C30-8E1E-843F9EA3428E}"/>
                </a:ext>
              </a:extLst>
            </p:cNvPr>
            <p:cNvSpPr/>
            <p:nvPr/>
          </p:nvSpPr>
          <p:spPr>
            <a:xfrm>
              <a:off x="3114455" y="3305378"/>
              <a:ext cx="3378200" cy="2522220"/>
            </a:xfrm>
            <a:custGeom>
              <a:avLst/>
              <a:gdLst/>
              <a:ahLst/>
              <a:cxnLst/>
              <a:rect l="l" t="t" r="r" b="b"/>
              <a:pathLst>
                <a:path w="3378200" h="2522220">
                  <a:moveTo>
                    <a:pt x="54195" y="626414"/>
                  </a:moveTo>
                  <a:lnTo>
                    <a:pt x="69020" y="590789"/>
                  </a:lnTo>
                  <a:lnTo>
                    <a:pt x="85462" y="556127"/>
                  </a:lnTo>
                  <a:lnTo>
                    <a:pt x="103487" y="522435"/>
                  </a:lnTo>
                  <a:lnTo>
                    <a:pt x="123062" y="489721"/>
                  </a:lnTo>
                  <a:lnTo>
                    <a:pt x="166722" y="427257"/>
                  </a:lnTo>
                  <a:lnTo>
                    <a:pt x="190740" y="397521"/>
                  </a:lnTo>
                  <a:lnTo>
                    <a:pt x="216172" y="368792"/>
                  </a:lnTo>
                  <a:lnTo>
                    <a:pt x="242984" y="341079"/>
                  </a:lnTo>
                  <a:lnTo>
                    <a:pt x="271141" y="314389"/>
                  </a:lnTo>
                  <a:lnTo>
                    <a:pt x="300610" y="288729"/>
                  </a:lnTo>
                  <a:lnTo>
                    <a:pt x="331357" y="264106"/>
                  </a:lnTo>
                  <a:lnTo>
                    <a:pt x="363348" y="240529"/>
                  </a:lnTo>
                  <a:lnTo>
                    <a:pt x="396550" y="218004"/>
                  </a:lnTo>
                  <a:lnTo>
                    <a:pt x="430927" y="196540"/>
                  </a:lnTo>
                  <a:lnTo>
                    <a:pt x="466447" y="176143"/>
                  </a:lnTo>
                  <a:lnTo>
                    <a:pt x="503076" y="156821"/>
                  </a:lnTo>
                  <a:lnTo>
                    <a:pt x="540779" y="138581"/>
                  </a:lnTo>
                  <a:lnTo>
                    <a:pt x="579523" y="121432"/>
                  </a:lnTo>
                  <a:lnTo>
                    <a:pt x="619273" y="105381"/>
                  </a:lnTo>
                  <a:lnTo>
                    <a:pt x="659997" y="90434"/>
                  </a:lnTo>
                  <a:lnTo>
                    <a:pt x="701660" y="76600"/>
                  </a:lnTo>
                  <a:lnTo>
                    <a:pt x="744227" y="63886"/>
                  </a:lnTo>
                  <a:lnTo>
                    <a:pt x="787666" y="52300"/>
                  </a:lnTo>
                  <a:lnTo>
                    <a:pt x="831943" y="41849"/>
                  </a:lnTo>
                  <a:lnTo>
                    <a:pt x="877022" y="32540"/>
                  </a:lnTo>
                  <a:lnTo>
                    <a:pt x="922872" y="24381"/>
                  </a:lnTo>
                  <a:lnTo>
                    <a:pt x="969457" y="17380"/>
                  </a:lnTo>
                  <a:lnTo>
                    <a:pt x="1016743" y="11544"/>
                  </a:lnTo>
                  <a:lnTo>
                    <a:pt x="1064698" y="6880"/>
                  </a:lnTo>
                  <a:lnTo>
                    <a:pt x="1113287" y="3397"/>
                  </a:lnTo>
                  <a:lnTo>
                    <a:pt x="1162475" y="1101"/>
                  </a:lnTo>
                  <a:lnTo>
                    <a:pt x="1212230" y="0"/>
                  </a:lnTo>
                  <a:lnTo>
                    <a:pt x="1262517" y="101"/>
                  </a:lnTo>
                  <a:lnTo>
                    <a:pt x="1313303" y="1412"/>
                  </a:lnTo>
                  <a:lnTo>
                    <a:pt x="1364553" y="3941"/>
                  </a:lnTo>
                  <a:lnTo>
                    <a:pt x="1416234" y="7695"/>
                  </a:lnTo>
                  <a:lnTo>
                    <a:pt x="1468311" y="12681"/>
                  </a:lnTo>
                  <a:lnTo>
                    <a:pt x="1520752" y="18907"/>
                  </a:lnTo>
                  <a:lnTo>
                    <a:pt x="1573521" y="26380"/>
                  </a:lnTo>
                  <a:lnTo>
                    <a:pt x="1626585" y="35109"/>
                  </a:lnTo>
                  <a:lnTo>
                    <a:pt x="1679911" y="45100"/>
                  </a:lnTo>
                  <a:lnTo>
                    <a:pt x="1733463" y="56361"/>
                  </a:lnTo>
                  <a:lnTo>
                    <a:pt x="1787209" y="68899"/>
                  </a:lnTo>
                  <a:lnTo>
                    <a:pt x="1841115" y="82722"/>
                  </a:lnTo>
                  <a:lnTo>
                    <a:pt x="1895146" y="97837"/>
                  </a:lnTo>
                  <a:lnTo>
                    <a:pt x="1949269" y="114253"/>
                  </a:lnTo>
                  <a:lnTo>
                    <a:pt x="2003450" y="131975"/>
                  </a:lnTo>
                  <a:lnTo>
                    <a:pt x="2057654" y="151013"/>
                  </a:lnTo>
                  <a:lnTo>
                    <a:pt x="2111849" y="171373"/>
                  </a:lnTo>
                  <a:lnTo>
                    <a:pt x="2165584" y="192905"/>
                  </a:lnTo>
                  <a:lnTo>
                    <a:pt x="2218434" y="215419"/>
                  </a:lnTo>
                  <a:lnTo>
                    <a:pt x="2270381" y="238888"/>
                  </a:lnTo>
                  <a:lnTo>
                    <a:pt x="2321403" y="263283"/>
                  </a:lnTo>
                  <a:lnTo>
                    <a:pt x="2371480" y="288575"/>
                  </a:lnTo>
                  <a:lnTo>
                    <a:pt x="2420594" y="314736"/>
                  </a:lnTo>
                  <a:lnTo>
                    <a:pt x="2468723" y="341738"/>
                  </a:lnTo>
                  <a:lnTo>
                    <a:pt x="2515848" y="369553"/>
                  </a:lnTo>
                  <a:lnTo>
                    <a:pt x="2561949" y="398151"/>
                  </a:lnTo>
                  <a:lnTo>
                    <a:pt x="2607006" y="427504"/>
                  </a:lnTo>
                  <a:lnTo>
                    <a:pt x="2650999" y="457585"/>
                  </a:lnTo>
                  <a:lnTo>
                    <a:pt x="2693908" y="488365"/>
                  </a:lnTo>
                  <a:lnTo>
                    <a:pt x="2735713" y="519815"/>
                  </a:lnTo>
                  <a:lnTo>
                    <a:pt x="2776394" y="551906"/>
                  </a:lnTo>
                  <a:lnTo>
                    <a:pt x="2815931" y="584612"/>
                  </a:lnTo>
                  <a:lnTo>
                    <a:pt x="2854304" y="617903"/>
                  </a:lnTo>
                  <a:lnTo>
                    <a:pt x="2891493" y="651750"/>
                  </a:lnTo>
                  <a:lnTo>
                    <a:pt x="2927479" y="686126"/>
                  </a:lnTo>
                  <a:lnTo>
                    <a:pt x="2962240" y="721002"/>
                  </a:lnTo>
                  <a:lnTo>
                    <a:pt x="2995758" y="756349"/>
                  </a:lnTo>
                  <a:lnTo>
                    <a:pt x="3028013" y="792140"/>
                  </a:lnTo>
                  <a:lnTo>
                    <a:pt x="3058983" y="828345"/>
                  </a:lnTo>
                  <a:lnTo>
                    <a:pt x="3088650" y="864937"/>
                  </a:lnTo>
                  <a:lnTo>
                    <a:pt x="3116994" y="901887"/>
                  </a:lnTo>
                  <a:lnTo>
                    <a:pt x="3143993" y="939167"/>
                  </a:lnTo>
                  <a:lnTo>
                    <a:pt x="3169630" y="976748"/>
                  </a:lnTo>
                  <a:lnTo>
                    <a:pt x="3193883" y="1014602"/>
                  </a:lnTo>
                  <a:lnTo>
                    <a:pt x="3216732" y="1052701"/>
                  </a:lnTo>
                  <a:lnTo>
                    <a:pt x="3238158" y="1091015"/>
                  </a:lnTo>
                  <a:lnTo>
                    <a:pt x="3258140" y="1129518"/>
                  </a:lnTo>
                  <a:lnTo>
                    <a:pt x="3276660" y="1168179"/>
                  </a:lnTo>
                  <a:lnTo>
                    <a:pt x="3293696" y="1206972"/>
                  </a:lnTo>
                  <a:lnTo>
                    <a:pt x="3309228" y="1245867"/>
                  </a:lnTo>
                  <a:lnTo>
                    <a:pt x="3323238" y="1284837"/>
                  </a:lnTo>
                  <a:lnTo>
                    <a:pt x="3335704" y="1323852"/>
                  </a:lnTo>
                  <a:lnTo>
                    <a:pt x="3346607" y="1362885"/>
                  </a:lnTo>
                  <a:lnTo>
                    <a:pt x="3355927" y="1401906"/>
                  </a:lnTo>
                  <a:lnTo>
                    <a:pt x="3363643" y="1440888"/>
                  </a:lnTo>
                  <a:lnTo>
                    <a:pt x="3369737" y="1479803"/>
                  </a:lnTo>
                  <a:lnTo>
                    <a:pt x="3374188" y="1518621"/>
                  </a:lnTo>
                  <a:lnTo>
                    <a:pt x="3376976" y="1557315"/>
                  </a:lnTo>
                  <a:lnTo>
                    <a:pt x="3378080" y="1595856"/>
                  </a:lnTo>
                  <a:lnTo>
                    <a:pt x="3377482" y="1634216"/>
                  </a:lnTo>
                  <a:lnTo>
                    <a:pt x="3375161" y="1672365"/>
                  </a:lnTo>
                  <a:lnTo>
                    <a:pt x="3371097" y="1710277"/>
                  </a:lnTo>
                  <a:lnTo>
                    <a:pt x="3357661" y="1785273"/>
                  </a:lnTo>
                  <a:lnTo>
                    <a:pt x="3348249" y="1822300"/>
                  </a:lnTo>
                  <a:lnTo>
                    <a:pt x="3337014" y="1858975"/>
                  </a:lnTo>
                  <a:lnTo>
                    <a:pt x="3323937" y="1895271"/>
                  </a:lnTo>
                  <a:lnTo>
                    <a:pt x="3309104" y="1930895"/>
                  </a:lnTo>
                  <a:lnTo>
                    <a:pt x="3292654" y="1965556"/>
                  </a:lnTo>
                  <a:lnTo>
                    <a:pt x="3274622" y="1999247"/>
                  </a:lnTo>
                  <a:lnTo>
                    <a:pt x="3255041" y="2031960"/>
                  </a:lnTo>
                  <a:lnTo>
                    <a:pt x="3233946" y="2063688"/>
                  </a:lnTo>
                  <a:lnTo>
                    <a:pt x="3211369" y="2094423"/>
                  </a:lnTo>
                  <a:lnTo>
                    <a:pt x="3187345" y="2124158"/>
                  </a:lnTo>
                  <a:lnTo>
                    <a:pt x="3161908" y="2152885"/>
                  </a:lnTo>
                  <a:lnTo>
                    <a:pt x="3135091" y="2180597"/>
                  </a:lnTo>
                  <a:lnTo>
                    <a:pt x="3106929" y="2207287"/>
                  </a:lnTo>
                  <a:lnTo>
                    <a:pt x="3077456" y="2232946"/>
                  </a:lnTo>
                  <a:lnTo>
                    <a:pt x="3046704" y="2257567"/>
                  </a:lnTo>
                  <a:lnTo>
                    <a:pt x="3014709" y="2281143"/>
                  </a:lnTo>
                  <a:lnTo>
                    <a:pt x="2981505" y="2303667"/>
                  </a:lnTo>
                  <a:lnTo>
                    <a:pt x="2947124" y="2325131"/>
                  </a:lnTo>
                  <a:lnTo>
                    <a:pt x="2911601" y="2345526"/>
                  </a:lnTo>
                  <a:lnTo>
                    <a:pt x="2874970" y="2364847"/>
                  </a:lnTo>
                  <a:lnTo>
                    <a:pt x="2837264" y="2383085"/>
                  </a:lnTo>
                  <a:lnTo>
                    <a:pt x="2798519" y="2400233"/>
                  </a:lnTo>
                  <a:lnTo>
                    <a:pt x="2758766" y="2416284"/>
                  </a:lnTo>
                  <a:lnTo>
                    <a:pt x="2718041" y="2431229"/>
                  </a:lnTo>
                  <a:lnTo>
                    <a:pt x="2676378" y="2445061"/>
                  </a:lnTo>
                  <a:lnTo>
                    <a:pt x="2633809" y="2457774"/>
                  </a:lnTo>
                  <a:lnTo>
                    <a:pt x="2590370" y="2469359"/>
                  </a:lnTo>
                  <a:lnTo>
                    <a:pt x="2546093" y="2479809"/>
                  </a:lnTo>
                  <a:lnTo>
                    <a:pt x="2501014" y="2489116"/>
                  </a:lnTo>
                  <a:lnTo>
                    <a:pt x="2455165" y="2497274"/>
                  </a:lnTo>
                  <a:lnTo>
                    <a:pt x="2408581" y="2504273"/>
                  </a:lnTo>
                  <a:lnTo>
                    <a:pt x="2361295" y="2510108"/>
                  </a:lnTo>
                  <a:lnTo>
                    <a:pt x="2313342" y="2514770"/>
                  </a:lnTo>
                  <a:lnTo>
                    <a:pt x="2264755" y="2518253"/>
                  </a:lnTo>
                  <a:lnTo>
                    <a:pt x="2215568" y="2520547"/>
                  </a:lnTo>
                  <a:lnTo>
                    <a:pt x="2165815" y="2521647"/>
                  </a:lnTo>
                  <a:lnTo>
                    <a:pt x="2115531" y="2521544"/>
                  </a:lnTo>
                  <a:lnTo>
                    <a:pt x="2064748" y="2520232"/>
                  </a:lnTo>
                  <a:lnTo>
                    <a:pt x="2013501" y="2517701"/>
                  </a:lnTo>
                  <a:lnTo>
                    <a:pt x="1961824" y="2513946"/>
                  </a:lnTo>
                  <a:lnTo>
                    <a:pt x="1909750" y="2508958"/>
                  </a:lnTo>
                  <a:lnTo>
                    <a:pt x="1857314" y="2502731"/>
                  </a:lnTo>
                  <a:lnTo>
                    <a:pt x="1804549" y="2495256"/>
                  </a:lnTo>
                  <a:lnTo>
                    <a:pt x="1751490" y="2486526"/>
                  </a:lnTo>
                  <a:lnTo>
                    <a:pt x="1698169" y="2476533"/>
                  </a:lnTo>
                  <a:lnTo>
                    <a:pt x="1644622" y="2465271"/>
                  </a:lnTo>
                  <a:lnTo>
                    <a:pt x="1590881" y="2452731"/>
                  </a:lnTo>
                  <a:lnTo>
                    <a:pt x="1536982" y="2438907"/>
                  </a:lnTo>
                  <a:lnTo>
                    <a:pt x="1482957" y="2423790"/>
                  </a:lnTo>
                  <a:lnTo>
                    <a:pt x="1428841" y="2407373"/>
                  </a:lnTo>
                  <a:lnTo>
                    <a:pt x="1374667" y="2389649"/>
                  </a:lnTo>
                  <a:lnTo>
                    <a:pt x="1320470" y="2370610"/>
                  </a:lnTo>
                  <a:lnTo>
                    <a:pt x="1266283" y="2350248"/>
                  </a:lnTo>
                  <a:lnTo>
                    <a:pt x="1212540" y="2328720"/>
                  </a:lnTo>
                  <a:lnTo>
                    <a:pt x="1159682" y="2306209"/>
                  </a:lnTo>
                  <a:lnTo>
                    <a:pt x="1107729" y="2282744"/>
                  </a:lnTo>
                  <a:lnTo>
                    <a:pt x="1056700" y="2258352"/>
                  </a:lnTo>
                  <a:lnTo>
                    <a:pt x="1006616" y="2233063"/>
                  </a:lnTo>
                  <a:lnTo>
                    <a:pt x="957497" y="2206905"/>
                  </a:lnTo>
                  <a:lnTo>
                    <a:pt x="909362" y="2179906"/>
                  </a:lnTo>
                  <a:lnTo>
                    <a:pt x="862232" y="2152094"/>
                  </a:lnTo>
                  <a:lnTo>
                    <a:pt x="816126" y="2123499"/>
                  </a:lnTo>
                  <a:lnTo>
                    <a:pt x="771064" y="2094148"/>
                  </a:lnTo>
                  <a:lnTo>
                    <a:pt x="727067" y="2064069"/>
                  </a:lnTo>
                  <a:lnTo>
                    <a:pt x="684154" y="2033292"/>
                  </a:lnTo>
                  <a:lnTo>
                    <a:pt x="642345" y="2001844"/>
                  </a:lnTo>
                  <a:lnTo>
                    <a:pt x="601660" y="1969754"/>
                  </a:lnTo>
                  <a:lnTo>
                    <a:pt x="562120" y="1937051"/>
                  </a:lnTo>
                  <a:lnTo>
                    <a:pt x="523744" y="1903762"/>
                  </a:lnTo>
                  <a:lnTo>
                    <a:pt x="486552" y="1869916"/>
                  </a:lnTo>
                  <a:lnTo>
                    <a:pt x="450565" y="1835542"/>
                  </a:lnTo>
                  <a:lnTo>
                    <a:pt x="415801" y="1800668"/>
                  </a:lnTo>
                  <a:lnTo>
                    <a:pt x="382281" y="1765322"/>
                  </a:lnTo>
                  <a:lnTo>
                    <a:pt x="350026" y="1729532"/>
                  </a:lnTo>
                  <a:lnTo>
                    <a:pt x="319054" y="1693328"/>
                  </a:lnTo>
                  <a:lnTo>
                    <a:pt x="289386" y="1656737"/>
                  </a:lnTo>
                  <a:lnTo>
                    <a:pt x="261042" y="1619788"/>
                  </a:lnTo>
                  <a:lnTo>
                    <a:pt x="234042" y="1582510"/>
                  </a:lnTo>
                  <a:lnTo>
                    <a:pt x="208406" y="1544929"/>
                  </a:lnTo>
                  <a:lnTo>
                    <a:pt x="184154" y="1507076"/>
                  </a:lnTo>
                  <a:lnTo>
                    <a:pt x="161305" y="1468978"/>
                  </a:lnTo>
                  <a:lnTo>
                    <a:pt x="139880" y="1430665"/>
                  </a:lnTo>
                  <a:lnTo>
                    <a:pt x="119899" y="1392163"/>
                  </a:lnTo>
                  <a:lnTo>
                    <a:pt x="101382" y="1353502"/>
                  </a:lnTo>
                  <a:lnTo>
                    <a:pt x="84348" y="1314710"/>
                  </a:lnTo>
                  <a:lnTo>
                    <a:pt x="68817" y="1275815"/>
                  </a:lnTo>
                  <a:lnTo>
                    <a:pt x="54811" y="1236846"/>
                  </a:lnTo>
                  <a:lnTo>
                    <a:pt x="42347" y="1197831"/>
                  </a:lnTo>
                  <a:lnTo>
                    <a:pt x="31448" y="1158799"/>
                  </a:lnTo>
                  <a:lnTo>
                    <a:pt x="22131" y="1119777"/>
                  </a:lnTo>
                  <a:lnTo>
                    <a:pt x="14418" y="1080795"/>
                  </a:lnTo>
                  <a:lnTo>
                    <a:pt x="8329" y="1041881"/>
                  </a:lnTo>
                  <a:lnTo>
                    <a:pt x="3882" y="1003063"/>
                  </a:lnTo>
                  <a:lnTo>
                    <a:pt x="1099" y="964369"/>
                  </a:lnTo>
                  <a:lnTo>
                    <a:pt x="0" y="925828"/>
                  </a:lnTo>
                  <a:lnTo>
                    <a:pt x="603" y="887469"/>
                  </a:lnTo>
                  <a:lnTo>
                    <a:pt x="2930" y="849319"/>
                  </a:lnTo>
                  <a:lnTo>
                    <a:pt x="6999" y="811407"/>
                  </a:lnTo>
                  <a:lnTo>
                    <a:pt x="20448" y="736412"/>
                  </a:lnTo>
                  <a:lnTo>
                    <a:pt x="29867" y="699385"/>
                  </a:lnTo>
                  <a:lnTo>
                    <a:pt x="41110" y="662709"/>
                  </a:lnTo>
                  <a:lnTo>
                    <a:pt x="54195" y="626414"/>
                  </a:lnTo>
                  <a:close/>
                </a:path>
              </a:pathLst>
            </a:custGeom>
            <a:ln w="38100">
              <a:solidFill>
                <a:srgbClr val="FFD966"/>
              </a:solidFill>
            </a:ln>
          </p:spPr>
          <p:txBody>
            <a:bodyPr wrap="square" lIns="0" tIns="0" rIns="0" bIns="0" rtlCol="0"/>
            <a:lstStyle/>
            <a:p>
              <a:endParaRPr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object 19">
              <a:extLst>
                <a:ext uri="{FF2B5EF4-FFF2-40B4-BE49-F238E27FC236}">
                  <a16:creationId xmlns="" xmlns:a16="http://schemas.microsoft.com/office/drawing/2014/main" id="{845C586A-D828-473E-BFED-4EF9F5AEA9E6}"/>
                </a:ext>
              </a:extLst>
            </p:cNvPr>
            <p:cNvSpPr/>
            <p:nvPr/>
          </p:nvSpPr>
          <p:spPr>
            <a:xfrm>
              <a:off x="970788" y="2705099"/>
              <a:ext cx="2033270" cy="2992120"/>
            </a:xfrm>
            <a:custGeom>
              <a:avLst/>
              <a:gdLst/>
              <a:ahLst/>
              <a:cxnLst/>
              <a:rect l="l" t="t" r="r" b="b"/>
              <a:pathLst>
                <a:path w="2033270" h="2992120">
                  <a:moveTo>
                    <a:pt x="359664" y="2540508"/>
                  </a:moveTo>
                  <a:lnTo>
                    <a:pt x="353237" y="2492705"/>
                  </a:lnTo>
                  <a:lnTo>
                    <a:pt x="335102" y="2449753"/>
                  </a:lnTo>
                  <a:lnTo>
                    <a:pt x="306984" y="2413355"/>
                  </a:lnTo>
                  <a:lnTo>
                    <a:pt x="270586" y="2385237"/>
                  </a:lnTo>
                  <a:lnTo>
                    <a:pt x="227634" y="2367102"/>
                  </a:lnTo>
                  <a:lnTo>
                    <a:pt x="179832" y="2360676"/>
                  </a:lnTo>
                  <a:lnTo>
                    <a:pt x="132016" y="2367102"/>
                  </a:lnTo>
                  <a:lnTo>
                    <a:pt x="89065" y="2385237"/>
                  </a:lnTo>
                  <a:lnTo>
                    <a:pt x="52666" y="2413355"/>
                  </a:lnTo>
                  <a:lnTo>
                    <a:pt x="24549" y="2449753"/>
                  </a:lnTo>
                  <a:lnTo>
                    <a:pt x="6413" y="2492705"/>
                  </a:lnTo>
                  <a:lnTo>
                    <a:pt x="0" y="2540508"/>
                  </a:lnTo>
                  <a:lnTo>
                    <a:pt x="6413" y="2588323"/>
                  </a:lnTo>
                  <a:lnTo>
                    <a:pt x="24549" y="2631275"/>
                  </a:lnTo>
                  <a:lnTo>
                    <a:pt x="52666" y="2667673"/>
                  </a:lnTo>
                  <a:lnTo>
                    <a:pt x="89065" y="2695791"/>
                  </a:lnTo>
                  <a:lnTo>
                    <a:pt x="132016" y="2713926"/>
                  </a:lnTo>
                  <a:lnTo>
                    <a:pt x="179832" y="2720340"/>
                  </a:lnTo>
                  <a:lnTo>
                    <a:pt x="227634" y="2713926"/>
                  </a:lnTo>
                  <a:lnTo>
                    <a:pt x="270586" y="2695791"/>
                  </a:lnTo>
                  <a:lnTo>
                    <a:pt x="306984" y="2667673"/>
                  </a:lnTo>
                  <a:lnTo>
                    <a:pt x="335102" y="2631275"/>
                  </a:lnTo>
                  <a:lnTo>
                    <a:pt x="353237" y="2588323"/>
                  </a:lnTo>
                  <a:lnTo>
                    <a:pt x="359664" y="2540508"/>
                  </a:lnTo>
                  <a:close/>
                </a:path>
                <a:path w="2033270" h="2992120">
                  <a:moveTo>
                    <a:pt x="611124" y="903732"/>
                  </a:moveTo>
                  <a:lnTo>
                    <a:pt x="604697" y="855929"/>
                  </a:lnTo>
                  <a:lnTo>
                    <a:pt x="586562" y="812977"/>
                  </a:lnTo>
                  <a:lnTo>
                    <a:pt x="558444" y="776579"/>
                  </a:lnTo>
                  <a:lnTo>
                    <a:pt x="522046" y="748461"/>
                  </a:lnTo>
                  <a:lnTo>
                    <a:pt x="479094" y="730326"/>
                  </a:lnTo>
                  <a:lnTo>
                    <a:pt x="431292" y="723900"/>
                  </a:lnTo>
                  <a:lnTo>
                    <a:pt x="383476" y="730326"/>
                  </a:lnTo>
                  <a:lnTo>
                    <a:pt x="340525" y="748461"/>
                  </a:lnTo>
                  <a:lnTo>
                    <a:pt x="304126" y="776579"/>
                  </a:lnTo>
                  <a:lnTo>
                    <a:pt x="276009" y="812977"/>
                  </a:lnTo>
                  <a:lnTo>
                    <a:pt x="257873" y="855929"/>
                  </a:lnTo>
                  <a:lnTo>
                    <a:pt x="251460" y="903732"/>
                  </a:lnTo>
                  <a:lnTo>
                    <a:pt x="257873" y="951547"/>
                  </a:lnTo>
                  <a:lnTo>
                    <a:pt x="276009" y="994498"/>
                  </a:lnTo>
                  <a:lnTo>
                    <a:pt x="304126" y="1030897"/>
                  </a:lnTo>
                  <a:lnTo>
                    <a:pt x="340525" y="1059014"/>
                  </a:lnTo>
                  <a:lnTo>
                    <a:pt x="383476" y="1077150"/>
                  </a:lnTo>
                  <a:lnTo>
                    <a:pt x="431292" y="1083564"/>
                  </a:lnTo>
                  <a:lnTo>
                    <a:pt x="479094" y="1077150"/>
                  </a:lnTo>
                  <a:lnTo>
                    <a:pt x="522046" y="1059014"/>
                  </a:lnTo>
                  <a:lnTo>
                    <a:pt x="558444" y="1030897"/>
                  </a:lnTo>
                  <a:lnTo>
                    <a:pt x="586562" y="994498"/>
                  </a:lnTo>
                  <a:lnTo>
                    <a:pt x="604697" y="951547"/>
                  </a:lnTo>
                  <a:lnTo>
                    <a:pt x="611124" y="903732"/>
                  </a:lnTo>
                  <a:close/>
                </a:path>
                <a:path w="2033270" h="2992120">
                  <a:moveTo>
                    <a:pt x="1167384" y="2811018"/>
                  </a:moveTo>
                  <a:lnTo>
                    <a:pt x="1160919" y="2763024"/>
                  </a:lnTo>
                  <a:lnTo>
                    <a:pt x="1142707" y="2719895"/>
                  </a:lnTo>
                  <a:lnTo>
                    <a:pt x="1114463" y="2683345"/>
                  </a:lnTo>
                  <a:lnTo>
                    <a:pt x="1077912" y="2655100"/>
                  </a:lnTo>
                  <a:lnTo>
                    <a:pt x="1034783" y="2636888"/>
                  </a:lnTo>
                  <a:lnTo>
                    <a:pt x="986790" y="2630424"/>
                  </a:lnTo>
                  <a:lnTo>
                    <a:pt x="938784" y="2636888"/>
                  </a:lnTo>
                  <a:lnTo>
                    <a:pt x="895654" y="2655100"/>
                  </a:lnTo>
                  <a:lnTo>
                    <a:pt x="859104" y="2683345"/>
                  </a:lnTo>
                  <a:lnTo>
                    <a:pt x="830859" y="2719895"/>
                  </a:lnTo>
                  <a:lnTo>
                    <a:pt x="812647" y="2763024"/>
                  </a:lnTo>
                  <a:lnTo>
                    <a:pt x="806196" y="2811018"/>
                  </a:lnTo>
                  <a:lnTo>
                    <a:pt x="812647" y="2859036"/>
                  </a:lnTo>
                  <a:lnTo>
                    <a:pt x="830859" y="2902166"/>
                  </a:lnTo>
                  <a:lnTo>
                    <a:pt x="859104" y="2938716"/>
                  </a:lnTo>
                  <a:lnTo>
                    <a:pt x="895654" y="2966961"/>
                  </a:lnTo>
                  <a:lnTo>
                    <a:pt x="938784" y="2985173"/>
                  </a:lnTo>
                  <a:lnTo>
                    <a:pt x="986790" y="2991612"/>
                  </a:lnTo>
                  <a:lnTo>
                    <a:pt x="1034783" y="2985173"/>
                  </a:lnTo>
                  <a:lnTo>
                    <a:pt x="1077912" y="2966961"/>
                  </a:lnTo>
                  <a:lnTo>
                    <a:pt x="1114463" y="2938716"/>
                  </a:lnTo>
                  <a:lnTo>
                    <a:pt x="1142707" y="2902166"/>
                  </a:lnTo>
                  <a:lnTo>
                    <a:pt x="1160919" y="2859036"/>
                  </a:lnTo>
                  <a:lnTo>
                    <a:pt x="1167384" y="2811018"/>
                  </a:lnTo>
                  <a:close/>
                </a:path>
                <a:path w="2033270" h="2992120">
                  <a:moveTo>
                    <a:pt x="1487424" y="1315212"/>
                  </a:moveTo>
                  <a:lnTo>
                    <a:pt x="1480997" y="1267409"/>
                  </a:lnTo>
                  <a:lnTo>
                    <a:pt x="1462862" y="1224457"/>
                  </a:lnTo>
                  <a:lnTo>
                    <a:pt x="1434744" y="1188059"/>
                  </a:lnTo>
                  <a:lnTo>
                    <a:pt x="1398346" y="1159941"/>
                  </a:lnTo>
                  <a:lnTo>
                    <a:pt x="1355394" y="1141806"/>
                  </a:lnTo>
                  <a:lnTo>
                    <a:pt x="1307592" y="1135380"/>
                  </a:lnTo>
                  <a:lnTo>
                    <a:pt x="1259776" y="1141806"/>
                  </a:lnTo>
                  <a:lnTo>
                    <a:pt x="1216825" y="1159941"/>
                  </a:lnTo>
                  <a:lnTo>
                    <a:pt x="1180426" y="1188059"/>
                  </a:lnTo>
                  <a:lnTo>
                    <a:pt x="1152309" y="1224457"/>
                  </a:lnTo>
                  <a:lnTo>
                    <a:pt x="1134173" y="1267409"/>
                  </a:lnTo>
                  <a:lnTo>
                    <a:pt x="1127760" y="1315212"/>
                  </a:lnTo>
                  <a:lnTo>
                    <a:pt x="1134173" y="1363027"/>
                  </a:lnTo>
                  <a:lnTo>
                    <a:pt x="1152309" y="1405978"/>
                  </a:lnTo>
                  <a:lnTo>
                    <a:pt x="1180426" y="1442377"/>
                  </a:lnTo>
                  <a:lnTo>
                    <a:pt x="1216825" y="1470494"/>
                  </a:lnTo>
                  <a:lnTo>
                    <a:pt x="1259776" y="1488630"/>
                  </a:lnTo>
                  <a:lnTo>
                    <a:pt x="1307592" y="1495044"/>
                  </a:lnTo>
                  <a:lnTo>
                    <a:pt x="1355394" y="1488630"/>
                  </a:lnTo>
                  <a:lnTo>
                    <a:pt x="1398346" y="1470494"/>
                  </a:lnTo>
                  <a:lnTo>
                    <a:pt x="1434744" y="1442377"/>
                  </a:lnTo>
                  <a:lnTo>
                    <a:pt x="1462862" y="1405978"/>
                  </a:lnTo>
                  <a:lnTo>
                    <a:pt x="1480997" y="1363027"/>
                  </a:lnTo>
                  <a:lnTo>
                    <a:pt x="1487424" y="1315212"/>
                  </a:lnTo>
                  <a:close/>
                </a:path>
                <a:path w="2033270" h="2992120">
                  <a:moveTo>
                    <a:pt x="2033016" y="180594"/>
                  </a:moveTo>
                  <a:lnTo>
                    <a:pt x="2026589" y="132600"/>
                  </a:lnTo>
                  <a:lnTo>
                    <a:pt x="2008454" y="89471"/>
                  </a:lnTo>
                  <a:lnTo>
                    <a:pt x="1980336" y="52920"/>
                  </a:lnTo>
                  <a:lnTo>
                    <a:pt x="1943938" y="24676"/>
                  </a:lnTo>
                  <a:lnTo>
                    <a:pt x="1900986" y="6464"/>
                  </a:lnTo>
                  <a:lnTo>
                    <a:pt x="1853184" y="0"/>
                  </a:lnTo>
                  <a:lnTo>
                    <a:pt x="1805368" y="6464"/>
                  </a:lnTo>
                  <a:lnTo>
                    <a:pt x="1762417" y="24676"/>
                  </a:lnTo>
                  <a:lnTo>
                    <a:pt x="1726018" y="52920"/>
                  </a:lnTo>
                  <a:lnTo>
                    <a:pt x="1697901" y="89471"/>
                  </a:lnTo>
                  <a:lnTo>
                    <a:pt x="1679765" y="132600"/>
                  </a:lnTo>
                  <a:lnTo>
                    <a:pt x="1673352" y="180594"/>
                  </a:lnTo>
                  <a:lnTo>
                    <a:pt x="1679765" y="228600"/>
                  </a:lnTo>
                  <a:lnTo>
                    <a:pt x="1697901" y="271729"/>
                  </a:lnTo>
                  <a:lnTo>
                    <a:pt x="1726018" y="308279"/>
                  </a:lnTo>
                  <a:lnTo>
                    <a:pt x="1762417" y="336524"/>
                  </a:lnTo>
                  <a:lnTo>
                    <a:pt x="1805368" y="354736"/>
                  </a:lnTo>
                  <a:lnTo>
                    <a:pt x="1853184" y="361188"/>
                  </a:lnTo>
                  <a:lnTo>
                    <a:pt x="1900986" y="354736"/>
                  </a:lnTo>
                  <a:lnTo>
                    <a:pt x="1943938" y="336524"/>
                  </a:lnTo>
                  <a:lnTo>
                    <a:pt x="1980336" y="308279"/>
                  </a:lnTo>
                  <a:lnTo>
                    <a:pt x="2008454" y="271729"/>
                  </a:lnTo>
                  <a:lnTo>
                    <a:pt x="2026589" y="228600"/>
                  </a:lnTo>
                  <a:lnTo>
                    <a:pt x="2033016" y="180594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2" name="object 20">
            <a:extLst>
              <a:ext uri="{FF2B5EF4-FFF2-40B4-BE49-F238E27FC236}">
                <a16:creationId xmlns="" xmlns:a16="http://schemas.microsoft.com/office/drawing/2014/main" id="{CBA6BFE4-AD6B-4A7E-B2DF-F540634D2A76}"/>
              </a:ext>
            </a:extLst>
          </p:cNvPr>
          <p:cNvSpPr txBox="1"/>
          <p:nvPr/>
        </p:nvSpPr>
        <p:spPr>
          <a:xfrm>
            <a:off x="2531618" y="3905762"/>
            <a:ext cx="274320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6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object 21">
            <a:extLst>
              <a:ext uri="{FF2B5EF4-FFF2-40B4-BE49-F238E27FC236}">
                <a16:creationId xmlns="" xmlns:a16="http://schemas.microsoft.com/office/drawing/2014/main" id="{1C3B9C52-BB49-45E6-A33A-829FDC7448BF}"/>
              </a:ext>
            </a:extLst>
          </p:cNvPr>
          <p:cNvSpPr txBox="1"/>
          <p:nvPr/>
        </p:nvSpPr>
        <p:spPr>
          <a:xfrm>
            <a:off x="1217880" y="3089914"/>
            <a:ext cx="224154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6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object 22">
            <a:extLst>
              <a:ext uri="{FF2B5EF4-FFF2-40B4-BE49-F238E27FC236}">
                <a16:creationId xmlns="" xmlns:a16="http://schemas.microsoft.com/office/drawing/2014/main" id="{7EA2109A-15C8-4FA2-BCED-13DF4577CFA0}"/>
              </a:ext>
            </a:extLst>
          </p:cNvPr>
          <p:cNvSpPr txBox="1"/>
          <p:nvPr/>
        </p:nvSpPr>
        <p:spPr>
          <a:xfrm>
            <a:off x="2346834" y="2736346"/>
            <a:ext cx="274320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6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object 23">
            <a:extLst>
              <a:ext uri="{FF2B5EF4-FFF2-40B4-BE49-F238E27FC236}">
                <a16:creationId xmlns="" xmlns:a16="http://schemas.microsoft.com/office/drawing/2014/main" id="{6B664350-2FB1-4493-A72A-93C9CB9A7600}"/>
              </a:ext>
            </a:extLst>
          </p:cNvPr>
          <p:cNvSpPr txBox="1"/>
          <p:nvPr/>
        </p:nvSpPr>
        <p:spPr>
          <a:xfrm>
            <a:off x="2187703" y="5517290"/>
            <a:ext cx="167640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6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object 24">
            <a:extLst>
              <a:ext uri="{FF2B5EF4-FFF2-40B4-BE49-F238E27FC236}">
                <a16:creationId xmlns="" xmlns:a16="http://schemas.microsoft.com/office/drawing/2014/main" id="{D1F6FDD3-D49A-438E-ACCE-7FA9D9CA3860}"/>
              </a:ext>
            </a:extLst>
          </p:cNvPr>
          <p:cNvSpPr txBox="1"/>
          <p:nvPr/>
        </p:nvSpPr>
        <p:spPr>
          <a:xfrm>
            <a:off x="1403224" y="5015919"/>
            <a:ext cx="273685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6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585" y="5862"/>
            <a:ext cx="10360025" cy="176779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algn="just">
              <a:lnSpc>
                <a:spcPct val="90000"/>
              </a:lnSpc>
            </a:pP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sets. 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000" b="1" i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difference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sets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denoted by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– </a:t>
            </a:r>
            <a:r>
              <a:rPr sz="2000" i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B,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that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those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elements that 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not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difference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called 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000" b="1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compliment </a:t>
            </a:r>
            <a:r>
              <a:rPr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B </a:t>
            </a:r>
            <a:r>
              <a:rPr sz="2000" b="1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respect </a:t>
            </a:r>
            <a:r>
              <a:rPr sz="2000" b="1" i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000" b="1" i="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algn="just">
              <a:lnSpc>
                <a:spcPct val="100000"/>
              </a:lnSpc>
            </a:pP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sometimes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denoted by</a:t>
            </a:r>
            <a:r>
              <a:rPr sz="20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A\B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5110" y="42760"/>
            <a:ext cx="358838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sz="2000" spc="-4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2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Difference</a:t>
            </a:r>
            <a:endParaRPr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="" xmlns:a16="http://schemas.microsoft.com/office/drawing/2014/main" id="{34DADCA0-FD6C-479E-9A38-32E758D59489}"/>
              </a:ext>
            </a:extLst>
          </p:cNvPr>
          <p:cNvSpPr/>
          <p:nvPr/>
        </p:nvSpPr>
        <p:spPr>
          <a:xfrm>
            <a:off x="420947" y="2575288"/>
            <a:ext cx="6223000" cy="4183379"/>
          </a:xfrm>
          <a:custGeom>
            <a:avLst/>
            <a:gdLst/>
            <a:ahLst/>
            <a:cxnLst/>
            <a:rect l="l" t="t" r="r" b="b"/>
            <a:pathLst>
              <a:path w="6223000" h="4183379">
                <a:moveTo>
                  <a:pt x="0" y="4183379"/>
                </a:moveTo>
                <a:lnTo>
                  <a:pt x="6222492" y="4183379"/>
                </a:lnTo>
                <a:lnTo>
                  <a:pt x="6222492" y="0"/>
                </a:lnTo>
                <a:lnTo>
                  <a:pt x="0" y="0"/>
                </a:lnTo>
                <a:lnTo>
                  <a:pt x="0" y="4183379"/>
                </a:lnTo>
                <a:close/>
              </a:path>
            </a:pathLst>
          </a:custGeom>
          <a:ln w="38100">
            <a:solidFill>
              <a:srgbClr val="FFD966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="" xmlns:a16="http://schemas.microsoft.com/office/drawing/2014/main" id="{05FEFC5A-5A98-4063-92D8-777EF5912C86}"/>
              </a:ext>
            </a:extLst>
          </p:cNvPr>
          <p:cNvSpPr txBox="1"/>
          <p:nvPr/>
        </p:nvSpPr>
        <p:spPr>
          <a:xfrm>
            <a:off x="512234" y="2533123"/>
            <a:ext cx="27876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4">
            <a:extLst>
              <a:ext uri="{FF2B5EF4-FFF2-40B4-BE49-F238E27FC236}">
                <a16:creationId xmlns="" xmlns:a16="http://schemas.microsoft.com/office/drawing/2014/main" id="{A208E76F-3EAB-4585-8C48-1B65AB41E1F8}"/>
              </a:ext>
            </a:extLst>
          </p:cNvPr>
          <p:cNvSpPr txBox="1">
            <a:spLocks/>
          </p:cNvSpPr>
          <p:nvPr/>
        </p:nvSpPr>
        <p:spPr>
          <a:xfrm>
            <a:off x="733524" y="1772523"/>
            <a:ext cx="3076476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6400" b="1" i="0">
                <a:solidFill>
                  <a:srgbClr val="F8CAAC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48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4800" kern="0" spc="-7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48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ample</a:t>
            </a:r>
          </a:p>
        </p:txBody>
      </p:sp>
      <p:grpSp>
        <p:nvGrpSpPr>
          <p:cNvPr id="7" name="object 5">
            <a:extLst>
              <a:ext uri="{FF2B5EF4-FFF2-40B4-BE49-F238E27FC236}">
                <a16:creationId xmlns="" xmlns:a16="http://schemas.microsoft.com/office/drawing/2014/main" id="{04DF55D3-4F36-4445-98B4-7599DD25FDEA}"/>
              </a:ext>
            </a:extLst>
          </p:cNvPr>
          <p:cNvGrpSpPr/>
          <p:nvPr/>
        </p:nvGrpSpPr>
        <p:grpSpPr>
          <a:xfrm>
            <a:off x="743566" y="2843307"/>
            <a:ext cx="5231765" cy="3221355"/>
            <a:chOff x="934505" y="2004617"/>
            <a:chExt cx="5231765" cy="3221355"/>
          </a:xfrm>
        </p:grpSpPr>
        <p:sp>
          <p:nvSpPr>
            <p:cNvPr id="8" name="object 6">
              <a:extLst>
                <a:ext uri="{FF2B5EF4-FFF2-40B4-BE49-F238E27FC236}">
                  <a16:creationId xmlns="" xmlns:a16="http://schemas.microsoft.com/office/drawing/2014/main" id="{B08EC623-A175-487C-B558-4E84F39DA189}"/>
                </a:ext>
              </a:extLst>
            </p:cNvPr>
            <p:cNvSpPr/>
            <p:nvPr/>
          </p:nvSpPr>
          <p:spPr>
            <a:xfrm>
              <a:off x="953555" y="2023667"/>
              <a:ext cx="4050665" cy="3183255"/>
            </a:xfrm>
            <a:custGeom>
              <a:avLst/>
              <a:gdLst/>
              <a:ahLst/>
              <a:cxnLst/>
              <a:rect l="l" t="t" r="r" b="b"/>
              <a:pathLst>
                <a:path w="4050665" h="3183254">
                  <a:moveTo>
                    <a:pt x="46391" y="1019379"/>
                  </a:moveTo>
                  <a:lnTo>
                    <a:pt x="58512" y="980028"/>
                  </a:lnTo>
                  <a:lnTo>
                    <a:pt x="71925" y="941327"/>
                  </a:lnTo>
                  <a:lnTo>
                    <a:pt x="86610" y="903284"/>
                  </a:lnTo>
                  <a:lnTo>
                    <a:pt x="102545" y="865907"/>
                  </a:lnTo>
                  <a:lnTo>
                    <a:pt x="119709" y="829203"/>
                  </a:lnTo>
                  <a:lnTo>
                    <a:pt x="138083" y="793181"/>
                  </a:lnTo>
                  <a:lnTo>
                    <a:pt x="157644" y="757848"/>
                  </a:lnTo>
                  <a:lnTo>
                    <a:pt x="178373" y="723212"/>
                  </a:lnTo>
                  <a:lnTo>
                    <a:pt x="200248" y="689282"/>
                  </a:lnTo>
                  <a:lnTo>
                    <a:pt x="223249" y="656064"/>
                  </a:lnTo>
                  <a:lnTo>
                    <a:pt x="247355" y="623567"/>
                  </a:lnTo>
                  <a:lnTo>
                    <a:pt x="272544" y="591799"/>
                  </a:lnTo>
                  <a:lnTo>
                    <a:pt x="298797" y="560768"/>
                  </a:lnTo>
                  <a:lnTo>
                    <a:pt x="326092" y="530482"/>
                  </a:lnTo>
                  <a:lnTo>
                    <a:pt x="354409" y="500947"/>
                  </a:lnTo>
                  <a:lnTo>
                    <a:pt x="383727" y="472173"/>
                  </a:lnTo>
                  <a:lnTo>
                    <a:pt x="414025" y="444167"/>
                  </a:lnTo>
                  <a:lnTo>
                    <a:pt x="445281" y="416938"/>
                  </a:lnTo>
                  <a:lnTo>
                    <a:pt x="477477" y="390492"/>
                  </a:lnTo>
                  <a:lnTo>
                    <a:pt x="510590" y="364838"/>
                  </a:lnTo>
                  <a:lnTo>
                    <a:pt x="544599" y="339983"/>
                  </a:lnTo>
                  <a:lnTo>
                    <a:pt x="579485" y="315937"/>
                  </a:lnTo>
                  <a:lnTo>
                    <a:pt x="615226" y="292705"/>
                  </a:lnTo>
                  <a:lnTo>
                    <a:pt x="651801" y="270297"/>
                  </a:lnTo>
                  <a:lnTo>
                    <a:pt x="689190" y="248721"/>
                  </a:lnTo>
                  <a:lnTo>
                    <a:pt x="727371" y="227983"/>
                  </a:lnTo>
                  <a:lnTo>
                    <a:pt x="766324" y="208092"/>
                  </a:lnTo>
                  <a:lnTo>
                    <a:pt x="806029" y="189057"/>
                  </a:lnTo>
                  <a:lnTo>
                    <a:pt x="846464" y="170884"/>
                  </a:lnTo>
                  <a:lnTo>
                    <a:pt x="887608" y="153581"/>
                  </a:lnTo>
                  <a:lnTo>
                    <a:pt x="929441" y="137157"/>
                  </a:lnTo>
                  <a:lnTo>
                    <a:pt x="971942" y="121620"/>
                  </a:lnTo>
                  <a:lnTo>
                    <a:pt x="1015090" y="106976"/>
                  </a:lnTo>
                  <a:lnTo>
                    <a:pt x="1058865" y="93235"/>
                  </a:lnTo>
                  <a:lnTo>
                    <a:pt x="1103245" y="80404"/>
                  </a:lnTo>
                  <a:lnTo>
                    <a:pt x="1148210" y="68491"/>
                  </a:lnTo>
                  <a:lnTo>
                    <a:pt x="1193738" y="57504"/>
                  </a:lnTo>
                  <a:lnTo>
                    <a:pt x="1239810" y="47450"/>
                  </a:lnTo>
                  <a:lnTo>
                    <a:pt x="1286404" y="38338"/>
                  </a:lnTo>
                  <a:lnTo>
                    <a:pt x="1333499" y="30175"/>
                  </a:lnTo>
                  <a:lnTo>
                    <a:pt x="1381075" y="22970"/>
                  </a:lnTo>
                  <a:lnTo>
                    <a:pt x="1429111" y="16730"/>
                  </a:lnTo>
                  <a:lnTo>
                    <a:pt x="1477586" y="11463"/>
                  </a:lnTo>
                  <a:lnTo>
                    <a:pt x="1526479" y="7177"/>
                  </a:lnTo>
                  <a:lnTo>
                    <a:pt x="1575770" y="3879"/>
                  </a:lnTo>
                  <a:lnTo>
                    <a:pt x="1625438" y="1579"/>
                  </a:lnTo>
                  <a:lnTo>
                    <a:pt x="1675461" y="283"/>
                  </a:lnTo>
                  <a:lnTo>
                    <a:pt x="1725819" y="0"/>
                  </a:lnTo>
                  <a:lnTo>
                    <a:pt x="1776491" y="736"/>
                  </a:lnTo>
                  <a:lnTo>
                    <a:pt x="1827457" y="2502"/>
                  </a:lnTo>
                  <a:lnTo>
                    <a:pt x="1878696" y="5303"/>
                  </a:lnTo>
                  <a:lnTo>
                    <a:pt x="1930186" y="9148"/>
                  </a:lnTo>
                  <a:lnTo>
                    <a:pt x="1981908" y="14046"/>
                  </a:lnTo>
                  <a:lnTo>
                    <a:pt x="2033839" y="20003"/>
                  </a:lnTo>
                  <a:lnTo>
                    <a:pt x="2085960" y="27027"/>
                  </a:lnTo>
                  <a:lnTo>
                    <a:pt x="2138250" y="35128"/>
                  </a:lnTo>
                  <a:lnTo>
                    <a:pt x="2190687" y="44311"/>
                  </a:lnTo>
                  <a:lnTo>
                    <a:pt x="2243251" y="54586"/>
                  </a:lnTo>
                  <a:lnTo>
                    <a:pt x="2295922" y="65960"/>
                  </a:lnTo>
                  <a:lnTo>
                    <a:pt x="2348677" y="78441"/>
                  </a:lnTo>
                  <a:lnTo>
                    <a:pt x="2401498" y="92038"/>
                  </a:lnTo>
                  <a:lnTo>
                    <a:pt x="2454362" y="106757"/>
                  </a:lnTo>
                  <a:lnTo>
                    <a:pt x="2506934" y="122515"/>
                  </a:lnTo>
                  <a:lnTo>
                    <a:pt x="2558869" y="139199"/>
                  </a:lnTo>
                  <a:lnTo>
                    <a:pt x="2610154" y="156792"/>
                  </a:lnTo>
                  <a:lnTo>
                    <a:pt x="2660776" y="175276"/>
                  </a:lnTo>
                  <a:lnTo>
                    <a:pt x="2710722" y="194632"/>
                  </a:lnTo>
                  <a:lnTo>
                    <a:pt x="2759977" y="214844"/>
                  </a:lnTo>
                  <a:lnTo>
                    <a:pt x="2808529" y="235893"/>
                  </a:lnTo>
                  <a:lnTo>
                    <a:pt x="2856365" y="257761"/>
                  </a:lnTo>
                  <a:lnTo>
                    <a:pt x="2903470" y="280432"/>
                  </a:lnTo>
                  <a:lnTo>
                    <a:pt x="2949832" y="303886"/>
                  </a:lnTo>
                  <a:lnTo>
                    <a:pt x="2995437" y="328107"/>
                  </a:lnTo>
                  <a:lnTo>
                    <a:pt x="3040272" y="353077"/>
                  </a:lnTo>
                  <a:lnTo>
                    <a:pt x="3084323" y="378777"/>
                  </a:lnTo>
                  <a:lnTo>
                    <a:pt x="3127577" y="405190"/>
                  </a:lnTo>
                  <a:lnTo>
                    <a:pt x="3170021" y="432299"/>
                  </a:lnTo>
                  <a:lnTo>
                    <a:pt x="3211640" y="460085"/>
                  </a:lnTo>
                  <a:lnTo>
                    <a:pt x="3252423" y="488531"/>
                  </a:lnTo>
                  <a:lnTo>
                    <a:pt x="3292355" y="517619"/>
                  </a:lnTo>
                  <a:lnTo>
                    <a:pt x="3331423" y="547331"/>
                  </a:lnTo>
                  <a:lnTo>
                    <a:pt x="3369614" y="577650"/>
                  </a:lnTo>
                  <a:lnTo>
                    <a:pt x="3406914" y="608557"/>
                  </a:lnTo>
                  <a:lnTo>
                    <a:pt x="3443310" y="640035"/>
                  </a:lnTo>
                  <a:lnTo>
                    <a:pt x="3478789" y="672066"/>
                  </a:lnTo>
                  <a:lnTo>
                    <a:pt x="3513336" y="704633"/>
                  </a:lnTo>
                  <a:lnTo>
                    <a:pt x="3546940" y="737718"/>
                  </a:lnTo>
                  <a:lnTo>
                    <a:pt x="3579586" y="771302"/>
                  </a:lnTo>
                  <a:lnTo>
                    <a:pt x="3611260" y="805368"/>
                  </a:lnTo>
                  <a:lnTo>
                    <a:pt x="3641951" y="839899"/>
                  </a:lnTo>
                  <a:lnTo>
                    <a:pt x="3671643" y="874876"/>
                  </a:lnTo>
                  <a:lnTo>
                    <a:pt x="3700325" y="910282"/>
                  </a:lnTo>
                  <a:lnTo>
                    <a:pt x="3727982" y="946100"/>
                  </a:lnTo>
                  <a:lnTo>
                    <a:pt x="3754600" y="982310"/>
                  </a:lnTo>
                  <a:lnTo>
                    <a:pt x="3780168" y="1018896"/>
                  </a:lnTo>
                  <a:lnTo>
                    <a:pt x="3804671" y="1055840"/>
                  </a:lnTo>
                  <a:lnTo>
                    <a:pt x="3828096" y="1093124"/>
                  </a:lnTo>
                  <a:lnTo>
                    <a:pt x="3850429" y="1130730"/>
                  </a:lnTo>
                  <a:lnTo>
                    <a:pt x="3871657" y="1168640"/>
                  </a:lnTo>
                  <a:lnTo>
                    <a:pt x="3891768" y="1206837"/>
                  </a:lnTo>
                  <a:lnTo>
                    <a:pt x="3910746" y="1245303"/>
                  </a:lnTo>
                  <a:lnTo>
                    <a:pt x="3928580" y="1284021"/>
                  </a:lnTo>
                  <a:lnTo>
                    <a:pt x="3945255" y="1322971"/>
                  </a:lnTo>
                  <a:lnTo>
                    <a:pt x="3960759" y="1362138"/>
                  </a:lnTo>
                  <a:lnTo>
                    <a:pt x="3975077" y="1401502"/>
                  </a:lnTo>
                  <a:lnTo>
                    <a:pt x="3988196" y="1441046"/>
                  </a:lnTo>
                  <a:lnTo>
                    <a:pt x="4000104" y="1480753"/>
                  </a:lnTo>
                  <a:lnTo>
                    <a:pt x="4010787" y="1520604"/>
                  </a:lnTo>
                  <a:lnTo>
                    <a:pt x="4020231" y="1560582"/>
                  </a:lnTo>
                  <a:lnTo>
                    <a:pt x="4028422" y="1600670"/>
                  </a:lnTo>
                  <a:lnTo>
                    <a:pt x="4035348" y="1640848"/>
                  </a:lnTo>
                  <a:lnTo>
                    <a:pt x="4040996" y="1681100"/>
                  </a:lnTo>
                  <a:lnTo>
                    <a:pt x="4045351" y="1721408"/>
                  </a:lnTo>
                  <a:lnTo>
                    <a:pt x="4048401" y="1761754"/>
                  </a:lnTo>
                  <a:lnTo>
                    <a:pt x="4050131" y="1802120"/>
                  </a:lnTo>
                  <a:lnTo>
                    <a:pt x="4050529" y="1842488"/>
                  </a:lnTo>
                  <a:lnTo>
                    <a:pt x="4049582" y="1882842"/>
                  </a:lnTo>
                  <a:lnTo>
                    <a:pt x="4047275" y="1923162"/>
                  </a:lnTo>
                  <a:lnTo>
                    <a:pt x="4043596" y="1963431"/>
                  </a:lnTo>
                  <a:lnTo>
                    <a:pt x="4038531" y="2003632"/>
                  </a:lnTo>
                  <a:lnTo>
                    <a:pt x="4032066" y="2043747"/>
                  </a:lnTo>
                  <a:lnTo>
                    <a:pt x="4024189" y="2083757"/>
                  </a:lnTo>
                  <a:lnTo>
                    <a:pt x="4014886" y="2123646"/>
                  </a:lnTo>
                  <a:lnTo>
                    <a:pt x="4004143" y="2163395"/>
                  </a:lnTo>
                  <a:lnTo>
                    <a:pt x="3992023" y="2202745"/>
                  </a:lnTo>
                  <a:lnTo>
                    <a:pt x="3978611" y="2241446"/>
                  </a:lnTo>
                  <a:lnTo>
                    <a:pt x="3963928" y="2279489"/>
                  </a:lnTo>
                  <a:lnTo>
                    <a:pt x="3947994" y="2316867"/>
                  </a:lnTo>
                  <a:lnTo>
                    <a:pt x="3930831" y="2353570"/>
                  </a:lnTo>
                  <a:lnTo>
                    <a:pt x="3912459" y="2389593"/>
                  </a:lnTo>
                  <a:lnTo>
                    <a:pt x="3892898" y="2424925"/>
                  </a:lnTo>
                  <a:lnTo>
                    <a:pt x="3872171" y="2459561"/>
                  </a:lnTo>
                  <a:lnTo>
                    <a:pt x="3850297" y="2493492"/>
                  </a:lnTo>
                  <a:lnTo>
                    <a:pt x="3827297" y="2526709"/>
                  </a:lnTo>
                  <a:lnTo>
                    <a:pt x="3803192" y="2559206"/>
                  </a:lnTo>
                  <a:lnTo>
                    <a:pt x="3778004" y="2590974"/>
                  </a:lnTo>
                  <a:lnTo>
                    <a:pt x="3751752" y="2622005"/>
                  </a:lnTo>
                  <a:lnTo>
                    <a:pt x="3724457" y="2652292"/>
                  </a:lnTo>
                  <a:lnTo>
                    <a:pt x="3696141" y="2681826"/>
                  </a:lnTo>
                  <a:lnTo>
                    <a:pt x="3666824" y="2710600"/>
                  </a:lnTo>
                  <a:lnTo>
                    <a:pt x="3636527" y="2738606"/>
                  </a:lnTo>
                  <a:lnTo>
                    <a:pt x="3605271" y="2765835"/>
                  </a:lnTo>
                  <a:lnTo>
                    <a:pt x="3573076" y="2792281"/>
                  </a:lnTo>
                  <a:lnTo>
                    <a:pt x="3539964" y="2817935"/>
                  </a:lnTo>
                  <a:lnTo>
                    <a:pt x="3505955" y="2842790"/>
                  </a:lnTo>
                  <a:lnTo>
                    <a:pt x="3471070" y="2866836"/>
                  </a:lnTo>
                  <a:lnTo>
                    <a:pt x="3435329" y="2890068"/>
                  </a:lnTo>
                  <a:lnTo>
                    <a:pt x="3398754" y="2912476"/>
                  </a:lnTo>
                  <a:lnTo>
                    <a:pt x="3361366" y="2934052"/>
                  </a:lnTo>
                  <a:lnTo>
                    <a:pt x="3323184" y="2954790"/>
                  </a:lnTo>
                  <a:lnTo>
                    <a:pt x="3284231" y="2974681"/>
                  </a:lnTo>
                  <a:lnTo>
                    <a:pt x="3244526" y="2993717"/>
                  </a:lnTo>
                  <a:lnTo>
                    <a:pt x="3204091" y="3011890"/>
                  </a:lnTo>
                  <a:lnTo>
                    <a:pt x="3162946" y="3029192"/>
                  </a:lnTo>
                  <a:lnTo>
                    <a:pt x="3121112" y="3045616"/>
                  </a:lnTo>
                  <a:lnTo>
                    <a:pt x="3078610" y="3061153"/>
                  </a:lnTo>
                  <a:lnTo>
                    <a:pt x="3035461" y="3075797"/>
                  </a:lnTo>
                  <a:lnTo>
                    <a:pt x="2991686" y="3089538"/>
                  </a:lnTo>
                  <a:lnTo>
                    <a:pt x="2947305" y="3102369"/>
                  </a:lnTo>
                  <a:lnTo>
                    <a:pt x="2902339" y="3114282"/>
                  </a:lnTo>
                  <a:lnTo>
                    <a:pt x="2856809" y="3125269"/>
                  </a:lnTo>
                  <a:lnTo>
                    <a:pt x="2810736" y="3135323"/>
                  </a:lnTo>
                  <a:lnTo>
                    <a:pt x="2764141" y="3144435"/>
                  </a:lnTo>
                  <a:lnTo>
                    <a:pt x="2717043" y="3152598"/>
                  </a:lnTo>
                  <a:lnTo>
                    <a:pt x="2669465" y="3159803"/>
                  </a:lnTo>
                  <a:lnTo>
                    <a:pt x="2621427" y="3166043"/>
                  </a:lnTo>
                  <a:lnTo>
                    <a:pt x="2572950" y="3171310"/>
                  </a:lnTo>
                  <a:lnTo>
                    <a:pt x="2524054" y="3175596"/>
                  </a:lnTo>
                  <a:lnTo>
                    <a:pt x="2474761" y="3178894"/>
                  </a:lnTo>
                  <a:lnTo>
                    <a:pt x="2425091" y="3181194"/>
                  </a:lnTo>
                  <a:lnTo>
                    <a:pt x="2375065" y="3182490"/>
                  </a:lnTo>
                  <a:lnTo>
                    <a:pt x="2324704" y="3182774"/>
                  </a:lnTo>
                  <a:lnTo>
                    <a:pt x="2274028" y="3182037"/>
                  </a:lnTo>
                  <a:lnTo>
                    <a:pt x="2223058" y="3180271"/>
                  </a:lnTo>
                  <a:lnTo>
                    <a:pt x="2171816" y="3177470"/>
                  </a:lnTo>
                  <a:lnTo>
                    <a:pt x="2120322" y="3173625"/>
                  </a:lnTo>
                  <a:lnTo>
                    <a:pt x="2068597" y="3168728"/>
                  </a:lnTo>
                  <a:lnTo>
                    <a:pt x="2016661" y="3162771"/>
                  </a:lnTo>
                  <a:lnTo>
                    <a:pt x="1964535" y="3155746"/>
                  </a:lnTo>
                  <a:lnTo>
                    <a:pt x="1912241" y="3147646"/>
                  </a:lnTo>
                  <a:lnTo>
                    <a:pt x="1859799" y="3138462"/>
                  </a:lnTo>
                  <a:lnTo>
                    <a:pt x="1807230" y="3128187"/>
                  </a:lnTo>
                  <a:lnTo>
                    <a:pt x="1754554" y="3116813"/>
                  </a:lnTo>
                  <a:lnTo>
                    <a:pt x="1701792" y="3104332"/>
                  </a:lnTo>
                  <a:lnTo>
                    <a:pt x="1648966" y="3090736"/>
                  </a:lnTo>
                  <a:lnTo>
                    <a:pt x="1596096" y="3076017"/>
                  </a:lnTo>
                  <a:lnTo>
                    <a:pt x="1543531" y="3060258"/>
                  </a:lnTo>
                  <a:lnTo>
                    <a:pt x="1491601" y="3043574"/>
                  </a:lnTo>
                  <a:lnTo>
                    <a:pt x="1440321" y="3025981"/>
                  </a:lnTo>
                  <a:lnTo>
                    <a:pt x="1389704" y="3007498"/>
                  </a:lnTo>
                  <a:lnTo>
                    <a:pt x="1339764" y="2988141"/>
                  </a:lnTo>
                  <a:lnTo>
                    <a:pt x="1290512" y="2967930"/>
                  </a:lnTo>
                  <a:lnTo>
                    <a:pt x="1241965" y="2946881"/>
                  </a:lnTo>
                  <a:lnTo>
                    <a:pt x="1194133" y="2925012"/>
                  </a:lnTo>
                  <a:lnTo>
                    <a:pt x="1147031" y="2902341"/>
                  </a:lnTo>
                  <a:lnTo>
                    <a:pt x="1100673" y="2878887"/>
                  </a:lnTo>
                  <a:lnTo>
                    <a:pt x="1055071" y="2854666"/>
                  </a:lnTo>
                  <a:lnTo>
                    <a:pt x="1010239" y="2829696"/>
                  </a:lnTo>
                  <a:lnTo>
                    <a:pt x="966191" y="2803996"/>
                  </a:lnTo>
                  <a:lnTo>
                    <a:pt x="922940" y="2777583"/>
                  </a:lnTo>
                  <a:lnTo>
                    <a:pt x="880498" y="2750474"/>
                  </a:lnTo>
                  <a:lnTo>
                    <a:pt x="838881" y="2722688"/>
                  </a:lnTo>
                  <a:lnTo>
                    <a:pt x="798100" y="2694242"/>
                  </a:lnTo>
                  <a:lnTo>
                    <a:pt x="758170" y="2665154"/>
                  </a:lnTo>
                  <a:lnTo>
                    <a:pt x="719103" y="2635442"/>
                  </a:lnTo>
                  <a:lnTo>
                    <a:pt x="680914" y="2605124"/>
                  </a:lnTo>
                  <a:lnTo>
                    <a:pt x="643615" y="2574216"/>
                  </a:lnTo>
                  <a:lnTo>
                    <a:pt x="607220" y="2542738"/>
                  </a:lnTo>
                  <a:lnTo>
                    <a:pt x="571742" y="2510707"/>
                  </a:lnTo>
                  <a:lnTo>
                    <a:pt x="537195" y="2478140"/>
                  </a:lnTo>
                  <a:lnTo>
                    <a:pt x="503593" y="2445056"/>
                  </a:lnTo>
                  <a:lnTo>
                    <a:pt x="470948" y="2411471"/>
                  </a:lnTo>
                  <a:lnTo>
                    <a:pt x="439273" y="2377405"/>
                  </a:lnTo>
                  <a:lnTo>
                    <a:pt x="408583" y="2342874"/>
                  </a:lnTo>
                  <a:lnTo>
                    <a:pt x="378891" y="2307897"/>
                  </a:lnTo>
                  <a:lnTo>
                    <a:pt x="350210" y="2272491"/>
                  </a:lnTo>
                  <a:lnTo>
                    <a:pt x="322553" y="2236674"/>
                  </a:lnTo>
                  <a:lnTo>
                    <a:pt x="295934" y="2200463"/>
                  </a:lnTo>
                  <a:lnTo>
                    <a:pt x="270366" y="2163877"/>
                  </a:lnTo>
                  <a:lnTo>
                    <a:pt x="245863" y="2126933"/>
                  </a:lnTo>
                  <a:lnTo>
                    <a:pt x="222438" y="2089650"/>
                  </a:lnTo>
                  <a:lnTo>
                    <a:pt x="200104" y="2052044"/>
                  </a:lnTo>
                  <a:lnTo>
                    <a:pt x="178876" y="2014133"/>
                  </a:lnTo>
                  <a:lnTo>
                    <a:pt x="158765" y="1975936"/>
                  </a:lnTo>
                  <a:lnTo>
                    <a:pt x="139786" y="1937470"/>
                  </a:lnTo>
                  <a:lnTo>
                    <a:pt x="121952" y="1898753"/>
                  </a:lnTo>
                  <a:lnTo>
                    <a:pt x="105277" y="1859802"/>
                  </a:lnTo>
                  <a:lnTo>
                    <a:pt x="89773" y="1820635"/>
                  </a:lnTo>
                  <a:lnTo>
                    <a:pt x="75454" y="1781271"/>
                  </a:lnTo>
                  <a:lnTo>
                    <a:pt x="62334" y="1741727"/>
                  </a:lnTo>
                  <a:lnTo>
                    <a:pt x="50426" y="1702020"/>
                  </a:lnTo>
                  <a:lnTo>
                    <a:pt x="39743" y="1662169"/>
                  </a:lnTo>
                  <a:lnTo>
                    <a:pt x="30299" y="1622191"/>
                  </a:lnTo>
                  <a:lnTo>
                    <a:pt x="22107" y="1582103"/>
                  </a:lnTo>
                  <a:lnTo>
                    <a:pt x="15180" y="1541925"/>
                  </a:lnTo>
                  <a:lnTo>
                    <a:pt x="9533" y="1501673"/>
                  </a:lnTo>
                  <a:lnTo>
                    <a:pt x="5178" y="1461365"/>
                  </a:lnTo>
                  <a:lnTo>
                    <a:pt x="2128" y="1421019"/>
                  </a:lnTo>
                  <a:lnTo>
                    <a:pt x="398" y="1380653"/>
                  </a:lnTo>
                  <a:lnTo>
                    <a:pt x="0" y="1340285"/>
                  </a:lnTo>
                  <a:lnTo>
                    <a:pt x="947" y="1299931"/>
                  </a:lnTo>
                  <a:lnTo>
                    <a:pt x="3254" y="1259611"/>
                  </a:lnTo>
                  <a:lnTo>
                    <a:pt x="6934" y="1219342"/>
                  </a:lnTo>
                  <a:lnTo>
                    <a:pt x="12000" y="1179141"/>
                  </a:lnTo>
                  <a:lnTo>
                    <a:pt x="18465" y="1139026"/>
                  </a:lnTo>
                  <a:lnTo>
                    <a:pt x="26343" y="1099016"/>
                  </a:lnTo>
                  <a:lnTo>
                    <a:pt x="35647" y="1059127"/>
                  </a:lnTo>
                  <a:lnTo>
                    <a:pt x="46391" y="1019379"/>
                  </a:lnTo>
                  <a:close/>
                </a:path>
              </a:pathLst>
            </a:custGeom>
            <a:ln w="38100">
              <a:solidFill>
                <a:srgbClr val="FFD9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object 7">
              <a:extLst>
                <a:ext uri="{FF2B5EF4-FFF2-40B4-BE49-F238E27FC236}">
                  <a16:creationId xmlns="" xmlns:a16="http://schemas.microsoft.com/office/drawing/2014/main" id="{1F1863F4-BFB8-45D4-B759-A6DD54CB7468}"/>
                </a:ext>
              </a:extLst>
            </p:cNvPr>
            <p:cNvSpPr/>
            <p:nvPr/>
          </p:nvSpPr>
          <p:spPr>
            <a:xfrm>
              <a:off x="3410712" y="2415539"/>
              <a:ext cx="2755900" cy="2522220"/>
            </a:xfrm>
            <a:custGeom>
              <a:avLst/>
              <a:gdLst/>
              <a:ahLst/>
              <a:cxnLst/>
              <a:rect l="l" t="t" r="r" b="b"/>
              <a:pathLst>
                <a:path w="2755900" h="2522220">
                  <a:moveTo>
                    <a:pt x="359664" y="1981962"/>
                  </a:moveTo>
                  <a:lnTo>
                    <a:pt x="353237" y="1933968"/>
                  </a:lnTo>
                  <a:lnTo>
                    <a:pt x="335102" y="1890839"/>
                  </a:lnTo>
                  <a:lnTo>
                    <a:pt x="306984" y="1854288"/>
                  </a:lnTo>
                  <a:lnTo>
                    <a:pt x="270586" y="1826044"/>
                  </a:lnTo>
                  <a:lnTo>
                    <a:pt x="227634" y="1807832"/>
                  </a:lnTo>
                  <a:lnTo>
                    <a:pt x="179832" y="1801368"/>
                  </a:lnTo>
                  <a:lnTo>
                    <a:pt x="132016" y="1807832"/>
                  </a:lnTo>
                  <a:lnTo>
                    <a:pt x="89065" y="1826044"/>
                  </a:lnTo>
                  <a:lnTo>
                    <a:pt x="52666" y="1854288"/>
                  </a:lnTo>
                  <a:lnTo>
                    <a:pt x="24549" y="1890839"/>
                  </a:lnTo>
                  <a:lnTo>
                    <a:pt x="6413" y="1933968"/>
                  </a:lnTo>
                  <a:lnTo>
                    <a:pt x="0" y="1981962"/>
                  </a:lnTo>
                  <a:lnTo>
                    <a:pt x="6413" y="2029968"/>
                  </a:lnTo>
                  <a:lnTo>
                    <a:pt x="24549" y="2073097"/>
                  </a:lnTo>
                  <a:lnTo>
                    <a:pt x="52666" y="2109647"/>
                  </a:lnTo>
                  <a:lnTo>
                    <a:pt x="89065" y="2137892"/>
                  </a:lnTo>
                  <a:lnTo>
                    <a:pt x="132016" y="2156104"/>
                  </a:lnTo>
                  <a:lnTo>
                    <a:pt x="179832" y="2162556"/>
                  </a:lnTo>
                  <a:lnTo>
                    <a:pt x="227634" y="2156104"/>
                  </a:lnTo>
                  <a:lnTo>
                    <a:pt x="270586" y="2137892"/>
                  </a:lnTo>
                  <a:lnTo>
                    <a:pt x="306984" y="2109647"/>
                  </a:lnTo>
                  <a:lnTo>
                    <a:pt x="335102" y="2073097"/>
                  </a:lnTo>
                  <a:lnTo>
                    <a:pt x="353237" y="2029968"/>
                  </a:lnTo>
                  <a:lnTo>
                    <a:pt x="359664" y="1981962"/>
                  </a:lnTo>
                  <a:close/>
                </a:path>
                <a:path w="2755900" h="2522220">
                  <a:moveTo>
                    <a:pt x="1485900" y="1470660"/>
                  </a:moveTo>
                  <a:lnTo>
                    <a:pt x="1479473" y="1422857"/>
                  </a:lnTo>
                  <a:lnTo>
                    <a:pt x="1461338" y="1379905"/>
                  </a:lnTo>
                  <a:lnTo>
                    <a:pt x="1433220" y="1343507"/>
                  </a:lnTo>
                  <a:lnTo>
                    <a:pt x="1396822" y="1315389"/>
                  </a:lnTo>
                  <a:lnTo>
                    <a:pt x="1353870" y="1297254"/>
                  </a:lnTo>
                  <a:lnTo>
                    <a:pt x="1306068" y="1290828"/>
                  </a:lnTo>
                  <a:lnTo>
                    <a:pt x="1258252" y="1297254"/>
                  </a:lnTo>
                  <a:lnTo>
                    <a:pt x="1215301" y="1315389"/>
                  </a:lnTo>
                  <a:lnTo>
                    <a:pt x="1178902" y="1343507"/>
                  </a:lnTo>
                  <a:lnTo>
                    <a:pt x="1150785" y="1379905"/>
                  </a:lnTo>
                  <a:lnTo>
                    <a:pt x="1132649" y="1422857"/>
                  </a:lnTo>
                  <a:lnTo>
                    <a:pt x="1126236" y="1470660"/>
                  </a:lnTo>
                  <a:lnTo>
                    <a:pt x="1132649" y="1518475"/>
                  </a:lnTo>
                  <a:lnTo>
                    <a:pt x="1150785" y="1561426"/>
                  </a:lnTo>
                  <a:lnTo>
                    <a:pt x="1178902" y="1597825"/>
                  </a:lnTo>
                  <a:lnTo>
                    <a:pt x="1215301" y="1625942"/>
                  </a:lnTo>
                  <a:lnTo>
                    <a:pt x="1258252" y="1644078"/>
                  </a:lnTo>
                  <a:lnTo>
                    <a:pt x="1306068" y="1650492"/>
                  </a:lnTo>
                  <a:lnTo>
                    <a:pt x="1353870" y="1644078"/>
                  </a:lnTo>
                  <a:lnTo>
                    <a:pt x="1396822" y="1625942"/>
                  </a:lnTo>
                  <a:lnTo>
                    <a:pt x="1433220" y="1597825"/>
                  </a:lnTo>
                  <a:lnTo>
                    <a:pt x="1461338" y="1561426"/>
                  </a:lnTo>
                  <a:lnTo>
                    <a:pt x="1479473" y="1518475"/>
                  </a:lnTo>
                  <a:lnTo>
                    <a:pt x="1485900" y="1470660"/>
                  </a:lnTo>
                  <a:close/>
                </a:path>
                <a:path w="2755900" h="2522220">
                  <a:moveTo>
                    <a:pt x="2110740" y="179832"/>
                  </a:moveTo>
                  <a:lnTo>
                    <a:pt x="2104313" y="132029"/>
                  </a:lnTo>
                  <a:lnTo>
                    <a:pt x="2086178" y="89077"/>
                  </a:lnTo>
                  <a:lnTo>
                    <a:pt x="2058060" y="52679"/>
                  </a:lnTo>
                  <a:lnTo>
                    <a:pt x="2021662" y="24561"/>
                  </a:lnTo>
                  <a:lnTo>
                    <a:pt x="1978710" y="6426"/>
                  </a:lnTo>
                  <a:lnTo>
                    <a:pt x="1930908" y="0"/>
                  </a:lnTo>
                  <a:lnTo>
                    <a:pt x="1883092" y="6426"/>
                  </a:lnTo>
                  <a:lnTo>
                    <a:pt x="1840141" y="24561"/>
                  </a:lnTo>
                  <a:lnTo>
                    <a:pt x="1803742" y="52679"/>
                  </a:lnTo>
                  <a:lnTo>
                    <a:pt x="1775625" y="89077"/>
                  </a:lnTo>
                  <a:lnTo>
                    <a:pt x="1757489" y="132029"/>
                  </a:lnTo>
                  <a:lnTo>
                    <a:pt x="1751076" y="179832"/>
                  </a:lnTo>
                  <a:lnTo>
                    <a:pt x="1757489" y="227647"/>
                  </a:lnTo>
                  <a:lnTo>
                    <a:pt x="1775625" y="270598"/>
                  </a:lnTo>
                  <a:lnTo>
                    <a:pt x="1803742" y="306997"/>
                  </a:lnTo>
                  <a:lnTo>
                    <a:pt x="1840141" y="335114"/>
                  </a:lnTo>
                  <a:lnTo>
                    <a:pt x="1883092" y="353250"/>
                  </a:lnTo>
                  <a:lnTo>
                    <a:pt x="1930908" y="359664"/>
                  </a:lnTo>
                  <a:lnTo>
                    <a:pt x="1978710" y="353250"/>
                  </a:lnTo>
                  <a:lnTo>
                    <a:pt x="2021662" y="335114"/>
                  </a:lnTo>
                  <a:lnTo>
                    <a:pt x="2058060" y="306997"/>
                  </a:lnTo>
                  <a:lnTo>
                    <a:pt x="2086178" y="270598"/>
                  </a:lnTo>
                  <a:lnTo>
                    <a:pt x="2104313" y="227647"/>
                  </a:lnTo>
                  <a:lnTo>
                    <a:pt x="2110740" y="179832"/>
                  </a:lnTo>
                  <a:close/>
                </a:path>
                <a:path w="2755900" h="2522220">
                  <a:moveTo>
                    <a:pt x="2388108" y="2342388"/>
                  </a:moveTo>
                  <a:lnTo>
                    <a:pt x="2381681" y="2294585"/>
                  </a:lnTo>
                  <a:lnTo>
                    <a:pt x="2363546" y="2251633"/>
                  </a:lnTo>
                  <a:lnTo>
                    <a:pt x="2335428" y="2215235"/>
                  </a:lnTo>
                  <a:lnTo>
                    <a:pt x="2299030" y="2187117"/>
                  </a:lnTo>
                  <a:lnTo>
                    <a:pt x="2256078" y="2168982"/>
                  </a:lnTo>
                  <a:lnTo>
                    <a:pt x="2208276" y="2162556"/>
                  </a:lnTo>
                  <a:lnTo>
                    <a:pt x="2160460" y="2168982"/>
                  </a:lnTo>
                  <a:lnTo>
                    <a:pt x="2117509" y="2187117"/>
                  </a:lnTo>
                  <a:lnTo>
                    <a:pt x="2081110" y="2215235"/>
                  </a:lnTo>
                  <a:lnTo>
                    <a:pt x="2052993" y="2251633"/>
                  </a:lnTo>
                  <a:lnTo>
                    <a:pt x="2034857" y="2294585"/>
                  </a:lnTo>
                  <a:lnTo>
                    <a:pt x="2028444" y="2342388"/>
                  </a:lnTo>
                  <a:lnTo>
                    <a:pt x="2034857" y="2390203"/>
                  </a:lnTo>
                  <a:lnTo>
                    <a:pt x="2052993" y="2433155"/>
                  </a:lnTo>
                  <a:lnTo>
                    <a:pt x="2081110" y="2469553"/>
                  </a:lnTo>
                  <a:lnTo>
                    <a:pt x="2117509" y="2497671"/>
                  </a:lnTo>
                  <a:lnTo>
                    <a:pt x="2160460" y="2515806"/>
                  </a:lnTo>
                  <a:lnTo>
                    <a:pt x="2208276" y="2522220"/>
                  </a:lnTo>
                  <a:lnTo>
                    <a:pt x="2256078" y="2515806"/>
                  </a:lnTo>
                  <a:lnTo>
                    <a:pt x="2299030" y="2497671"/>
                  </a:lnTo>
                  <a:lnTo>
                    <a:pt x="2335428" y="2469553"/>
                  </a:lnTo>
                  <a:lnTo>
                    <a:pt x="2363546" y="2433155"/>
                  </a:lnTo>
                  <a:lnTo>
                    <a:pt x="2381681" y="2390203"/>
                  </a:lnTo>
                  <a:lnTo>
                    <a:pt x="2388108" y="2342388"/>
                  </a:lnTo>
                  <a:close/>
                </a:path>
                <a:path w="2755900" h="2522220">
                  <a:moveTo>
                    <a:pt x="2755392" y="990600"/>
                  </a:moveTo>
                  <a:lnTo>
                    <a:pt x="2748965" y="942797"/>
                  </a:lnTo>
                  <a:lnTo>
                    <a:pt x="2730830" y="899845"/>
                  </a:lnTo>
                  <a:lnTo>
                    <a:pt x="2702712" y="863447"/>
                  </a:lnTo>
                  <a:lnTo>
                    <a:pt x="2666314" y="835329"/>
                  </a:lnTo>
                  <a:lnTo>
                    <a:pt x="2623362" y="817194"/>
                  </a:lnTo>
                  <a:lnTo>
                    <a:pt x="2575560" y="810768"/>
                  </a:lnTo>
                  <a:lnTo>
                    <a:pt x="2527744" y="817194"/>
                  </a:lnTo>
                  <a:lnTo>
                    <a:pt x="2484793" y="835329"/>
                  </a:lnTo>
                  <a:lnTo>
                    <a:pt x="2448395" y="863447"/>
                  </a:lnTo>
                  <a:lnTo>
                    <a:pt x="2420277" y="899845"/>
                  </a:lnTo>
                  <a:lnTo>
                    <a:pt x="2402141" y="942797"/>
                  </a:lnTo>
                  <a:lnTo>
                    <a:pt x="2395728" y="990600"/>
                  </a:lnTo>
                  <a:lnTo>
                    <a:pt x="2402141" y="1038415"/>
                  </a:lnTo>
                  <a:lnTo>
                    <a:pt x="2420277" y="1081366"/>
                  </a:lnTo>
                  <a:lnTo>
                    <a:pt x="2448395" y="1117765"/>
                  </a:lnTo>
                  <a:lnTo>
                    <a:pt x="2484793" y="1145882"/>
                  </a:lnTo>
                  <a:lnTo>
                    <a:pt x="2527744" y="1164018"/>
                  </a:lnTo>
                  <a:lnTo>
                    <a:pt x="2575560" y="1170432"/>
                  </a:lnTo>
                  <a:lnTo>
                    <a:pt x="2623362" y="1164018"/>
                  </a:lnTo>
                  <a:lnTo>
                    <a:pt x="2666314" y="1145882"/>
                  </a:lnTo>
                  <a:lnTo>
                    <a:pt x="2702712" y="1117765"/>
                  </a:lnTo>
                  <a:lnTo>
                    <a:pt x="2730830" y="1081366"/>
                  </a:lnTo>
                  <a:lnTo>
                    <a:pt x="2748965" y="1038415"/>
                  </a:lnTo>
                  <a:lnTo>
                    <a:pt x="2755392" y="99060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" name="object 8">
            <a:extLst>
              <a:ext uri="{FF2B5EF4-FFF2-40B4-BE49-F238E27FC236}">
                <a16:creationId xmlns="" xmlns:a16="http://schemas.microsoft.com/office/drawing/2014/main" id="{DB0EB25C-A6DE-4E20-8B18-9B022C7E0C3B}"/>
              </a:ext>
            </a:extLst>
          </p:cNvPr>
          <p:cNvSpPr txBox="1"/>
          <p:nvPr/>
        </p:nvSpPr>
        <p:spPr>
          <a:xfrm>
            <a:off x="6891216" y="2362791"/>
            <a:ext cx="4005384" cy="1152880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{ a, </a:t>
            </a:r>
            <a:r>
              <a:rPr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b,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c, </a:t>
            </a:r>
            <a:r>
              <a:rPr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d,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32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{ a, e, </a:t>
            </a:r>
            <a:r>
              <a:rPr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i, </a:t>
            </a:r>
            <a:r>
              <a:rPr sz="32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o,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sz="32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1" name="object 9">
            <a:extLst>
              <a:ext uri="{FF2B5EF4-FFF2-40B4-BE49-F238E27FC236}">
                <a16:creationId xmlns="" xmlns:a16="http://schemas.microsoft.com/office/drawing/2014/main" id="{0AACE473-2F3C-40FA-8201-129E758941B5}"/>
              </a:ext>
            </a:extLst>
          </p:cNvPr>
          <p:cNvSpPr txBox="1"/>
          <p:nvPr/>
        </p:nvSpPr>
        <p:spPr>
          <a:xfrm>
            <a:off x="6891216" y="4137895"/>
            <a:ext cx="3929184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  <a:r>
              <a:rPr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b,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c, d</a:t>
            </a:r>
            <a:r>
              <a:rPr sz="32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2" name="object 10">
            <a:extLst>
              <a:ext uri="{FF2B5EF4-FFF2-40B4-BE49-F238E27FC236}">
                <a16:creationId xmlns="" xmlns:a16="http://schemas.microsoft.com/office/drawing/2014/main" id="{D858AA1D-80D1-49E3-B136-93F45BFC175B}"/>
              </a:ext>
            </a:extLst>
          </p:cNvPr>
          <p:cNvSpPr txBox="1"/>
          <p:nvPr/>
        </p:nvSpPr>
        <p:spPr>
          <a:xfrm>
            <a:off x="3175576" y="4426262"/>
            <a:ext cx="2743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4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object 11">
            <a:extLst>
              <a:ext uri="{FF2B5EF4-FFF2-40B4-BE49-F238E27FC236}">
                <a16:creationId xmlns="" xmlns:a16="http://schemas.microsoft.com/office/drawing/2014/main" id="{4AA8B87A-153C-4051-9318-F066A8596239}"/>
              </a:ext>
            </a:extLst>
          </p:cNvPr>
          <p:cNvSpPr txBox="1"/>
          <p:nvPr/>
        </p:nvSpPr>
        <p:spPr>
          <a:xfrm>
            <a:off x="5635313" y="4860653"/>
            <a:ext cx="2552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4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bject 12">
            <a:extLst>
              <a:ext uri="{FF2B5EF4-FFF2-40B4-BE49-F238E27FC236}">
                <a16:creationId xmlns="" xmlns:a16="http://schemas.microsoft.com/office/drawing/2014/main" id="{BEF23BA8-3484-45A3-8E6D-7AEC8C03D8BE}"/>
              </a:ext>
            </a:extLst>
          </p:cNvPr>
          <p:cNvSpPr txBox="1"/>
          <p:nvPr/>
        </p:nvSpPr>
        <p:spPr>
          <a:xfrm>
            <a:off x="4753806" y="2864797"/>
            <a:ext cx="12953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4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object 13">
            <a:extLst>
              <a:ext uri="{FF2B5EF4-FFF2-40B4-BE49-F238E27FC236}">
                <a16:creationId xmlns="" xmlns:a16="http://schemas.microsoft.com/office/drawing/2014/main" id="{BF67F5DE-DC9F-48A3-BF63-0858BB0558F5}"/>
              </a:ext>
            </a:extLst>
          </p:cNvPr>
          <p:cNvSpPr txBox="1"/>
          <p:nvPr/>
        </p:nvSpPr>
        <p:spPr>
          <a:xfrm>
            <a:off x="4183830" y="3971221"/>
            <a:ext cx="2736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4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endParaRPr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object 14">
            <a:extLst>
              <a:ext uri="{FF2B5EF4-FFF2-40B4-BE49-F238E27FC236}">
                <a16:creationId xmlns="" xmlns:a16="http://schemas.microsoft.com/office/drawing/2014/main" id="{B6606A6D-C8B8-4001-AD36-AB66F85C56E8}"/>
              </a:ext>
            </a:extLst>
          </p:cNvPr>
          <p:cNvSpPr txBox="1"/>
          <p:nvPr/>
        </p:nvSpPr>
        <p:spPr>
          <a:xfrm>
            <a:off x="5339911" y="3545771"/>
            <a:ext cx="2743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4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endParaRPr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object 15">
            <a:extLst>
              <a:ext uri="{FF2B5EF4-FFF2-40B4-BE49-F238E27FC236}">
                <a16:creationId xmlns="" xmlns:a16="http://schemas.microsoft.com/office/drawing/2014/main" id="{F55CA274-6486-4A96-B2F9-0A565ABBD70C}"/>
              </a:ext>
            </a:extLst>
          </p:cNvPr>
          <p:cNvSpPr txBox="1"/>
          <p:nvPr/>
        </p:nvSpPr>
        <p:spPr>
          <a:xfrm>
            <a:off x="2410783" y="5276959"/>
            <a:ext cx="3206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4000" b="1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8" name="object 16">
            <a:extLst>
              <a:ext uri="{FF2B5EF4-FFF2-40B4-BE49-F238E27FC236}">
                <a16:creationId xmlns="" xmlns:a16="http://schemas.microsoft.com/office/drawing/2014/main" id="{0CCE1BFA-7B67-4827-8D8A-03AD07A817CB}"/>
              </a:ext>
            </a:extLst>
          </p:cNvPr>
          <p:cNvGrpSpPr/>
          <p:nvPr/>
        </p:nvGrpSpPr>
        <p:grpSpPr>
          <a:xfrm>
            <a:off x="779849" y="2999722"/>
            <a:ext cx="5846445" cy="3639820"/>
            <a:chOff x="970788" y="2161032"/>
            <a:chExt cx="5846445" cy="3639820"/>
          </a:xfrm>
        </p:grpSpPr>
        <p:sp>
          <p:nvSpPr>
            <p:cNvPr id="19" name="object 17">
              <a:extLst>
                <a:ext uri="{FF2B5EF4-FFF2-40B4-BE49-F238E27FC236}">
                  <a16:creationId xmlns="" xmlns:a16="http://schemas.microsoft.com/office/drawing/2014/main" id="{A0A71BBF-F6C6-4F64-B6CE-2C124F646B51}"/>
                </a:ext>
              </a:extLst>
            </p:cNvPr>
            <p:cNvSpPr/>
            <p:nvPr/>
          </p:nvSpPr>
          <p:spPr>
            <a:xfrm>
              <a:off x="3198114" y="2180082"/>
              <a:ext cx="3599815" cy="3601720"/>
            </a:xfrm>
            <a:custGeom>
              <a:avLst/>
              <a:gdLst/>
              <a:ahLst/>
              <a:cxnLst/>
              <a:rect l="l" t="t" r="r" b="b"/>
              <a:pathLst>
                <a:path w="3599815" h="3601720">
                  <a:moveTo>
                    <a:pt x="0" y="1800605"/>
                  </a:moveTo>
                  <a:lnTo>
                    <a:pt x="626" y="1752638"/>
                  </a:lnTo>
                  <a:lnTo>
                    <a:pt x="2494" y="1704981"/>
                  </a:lnTo>
                  <a:lnTo>
                    <a:pt x="5590" y="1657648"/>
                  </a:lnTo>
                  <a:lnTo>
                    <a:pt x="9896" y="1610655"/>
                  </a:lnTo>
                  <a:lnTo>
                    <a:pt x="15398" y="1564019"/>
                  </a:lnTo>
                  <a:lnTo>
                    <a:pt x="22080" y="1517754"/>
                  </a:lnTo>
                  <a:lnTo>
                    <a:pt x="29926" y="1471876"/>
                  </a:lnTo>
                  <a:lnTo>
                    <a:pt x="38922" y="1426401"/>
                  </a:lnTo>
                  <a:lnTo>
                    <a:pt x="49050" y="1381344"/>
                  </a:lnTo>
                  <a:lnTo>
                    <a:pt x="60297" y="1336721"/>
                  </a:lnTo>
                  <a:lnTo>
                    <a:pt x="72646" y="1292548"/>
                  </a:lnTo>
                  <a:lnTo>
                    <a:pt x="86081" y="1248839"/>
                  </a:lnTo>
                  <a:lnTo>
                    <a:pt x="100588" y="1205611"/>
                  </a:lnTo>
                  <a:lnTo>
                    <a:pt x="116151" y="1162878"/>
                  </a:lnTo>
                  <a:lnTo>
                    <a:pt x="132753" y="1120658"/>
                  </a:lnTo>
                  <a:lnTo>
                    <a:pt x="150380" y="1078964"/>
                  </a:lnTo>
                  <a:lnTo>
                    <a:pt x="169017" y="1037813"/>
                  </a:lnTo>
                  <a:lnTo>
                    <a:pt x="188646" y="997221"/>
                  </a:lnTo>
                  <a:lnTo>
                    <a:pt x="209254" y="957202"/>
                  </a:lnTo>
                  <a:lnTo>
                    <a:pt x="230824" y="917773"/>
                  </a:lnTo>
                  <a:lnTo>
                    <a:pt x="253340" y="878948"/>
                  </a:lnTo>
                  <a:lnTo>
                    <a:pt x="276788" y="840745"/>
                  </a:lnTo>
                  <a:lnTo>
                    <a:pt x="301152" y="803177"/>
                  </a:lnTo>
                  <a:lnTo>
                    <a:pt x="326416" y="766260"/>
                  </a:lnTo>
                  <a:lnTo>
                    <a:pt x="352564" y="730011"/>
                  </a:lnTo>
                  <a:lnTo>
                    <a:pt x="379581" y="694445"/>
                  </a:lnTo>
                  <a:lnTo>
                    <a:pt x="407452" y="659577"/>
                  </a:lnTo>
                  <a:lnTo>
                    <a:pt x="436161" y="625423"/>
                  </a:lnTo>
                  <a:lnTo>
                    <a:pt x="465693" y="591998"/>
                  </a:lnTo>
                  <a:lnTo>
                    <a:pt x="496031" y="559318"/>
                  </a:lnTo>
                  <a:lnTo>
                    <a:pt x="527161" y="527399"/>
                  </a:lnTo>
                  <a:lnTo>
                    <a:pt x="559066" y="496255"/>
                  </a:lnTo>
                  <a:lnTo>
                    <a:pt x="591732" y="465904"/>
                  </a:lnTo>
                  <a:lnTo>
                    <a:pt x="625142" y="436359"/>
                  </a:lnTo>
                  <a:lnTo>
                    <a:pt x="659281" y="407638"/>
                  </a:lnTo>
                  <a:lnTo>
                    <a:pt x="694134" y="379754"/>
                  </a:lnTo>
                  <a:lnTo>
                    <a:pt x="729685" y="352725"/>
                  </a:lnTo>
                  <a:lnTo>
                    <a:pt x="765919" y="326565"/>
                  </a:lnTo>
                  <a:lnTo>
                    <a:pt x="802819" y="301290"/>
                  </a:lnTo>
                  <a:lnTo>
                    <a:pt x="840371" y="276915"/>
                  </a:lnTo>
                  <a:lnTo>
                    <a:pt x="878559" y="253457"/>
                  </a:lnTo>
                  <a:lnTo>
                    <a:pt x="917367" y="230930"/>
                  </a:lnTo>
                  <a:lnTo>
                    <a:pt x="956779" y="209350"/>
                  </a:lnTo>
                  <a:lnTo>
                    <a:pt x="996781" y="188733"/>
                  </a:lnTo>
                  <a:lnTo>
                    <a:pt x="1037357" y="169095"/>
                  </a:lnTo>
                  <a:lnTo>
                    <a:pt x="1078491" y="150450"/>
                  </a:lnTo>
                  <a:lnTo>
                    <a:pt x="1120167" y="132815"/>
                  </a:lnTo>
                  <a:lnTo>
                    <a:pt x="1162370" y="116205"/>
                  </a:lnTo>
                  <a:lnTo>
                    <a:pt x="1205085" y="100635"/>
                  </a:lnTo>
                  <a:lnTo>
                    <a:pt x="1248295" y="86121"/>
                  </a:lnTo>
                  <a:lnTo>
                    <a:pt x="1291986" y="72680"/>
                  </a:lnTo>
                  <a:lnTo>
                    <a:pt x="1336142" y="60325"/>
                  </a:lnTo>
                  <a:lnTo>
                    <a:pt x="1380747" y="49073"/>
                  </a:lnTo>
                  <a:lnTo>
                    <a:pt x="1425786" y="38940"/>
                  </a:lnTo>
                  <a:lnTo>
                    <a:pt x="1471243" y="29940"/>
                  </a:lnTo>
                  <a:lnTo>
                    <a:pt x="1517102" y="22090"/>
                  </a:lnTo>
                  <a:lnTo>
                    <a:pt x="1563349" y="15405"/>
                  </a:lnTo>
                  <a:lnTo>
                    <a:pt x="1609967" y="9901"/>
                  </a:lnTo>
                  <a:lnTo>
                    <a:pt x="1656941" y="5592"/>
                  </a:lnTo>
                  <a:lnTo>
                    <a:pt x="1704255" y="2495"/>
                  </a:lnTo>
                  <a:lnTo>
                    <a:pt x="1751895" y="626"/>
                  </a:lnTo>
                  <a:lnTo>
                    <a:pt x="1799844" y="0"/>
                  </a:lnTo>
                  <a:lnTo>
                    <a:pt x="1847792" y="626"/>
                  </a:lnTo>
                  <a:lnTo>
                    <a:pt x="1895432" y="2495"/>
                  </a:lnTo>
                  <a:lnTo>
                    <a:pt x="1942746" y="5592"/>
                  </a:lnTo>
                  <a:lnTo>
                    <a:pt x="1989720" y="9901"/>
                  </a:lnTo>
                  <a:lnTo>
                    <a:pt x="2036338" y="15405"/>
                  </a:lnTo>
                  <a:lnTo>
                    <a:pt x="2082585" y="22090"/>
                  </a:lnTo>
                  <a:lnTo>
                    <a:pt x="2128444" y="29940"/>
                  </a:lnTo>
                  <a:lnTo>
                    <a:pt x="2173901" y="38940"/>
                  </a:lnTo>
                  <a:lnTo>
                    <a:pt x="2218940" y="49073"/>
                  </a:lnTo>
                  <a:lnTo>
                    <a:pt x="2263545" y="60325"/>
                  </a:lnTo>
                  <a:lnTo>
                    <a:pt x="2307701" y="72680"/>
                  </a:lnTo>
                  <a:lnTo>
                    <a:pt x="2351392" y="86121"/>
                  </a:lnTo>
                  <a:lnTo>
                    <a:pt x="2394602" y="100635"/>
                  </a:lnTo>
                  <a:lnTo>
                    <a:pt x="2437317" y="116205"/>
                  </a:lnTo>
                  <a:lnTo>
                    <a:pt x="2479520" y="132815"/>
                  </a:lnTo>
                  <a:lnTo>
                    <a:pt x="2521196" y="150450"/>
                  </a:lnTo>
                  <a:lnTo>
                    <a:pt x="2562330" y="169095"/>
                  </a:lnTo>
                  <a:lnTo>
                    <a:pt x="2602906" y="188733"/>
                  </a:lnTo>
                  <a:lnTo>
                    <a:pt x="2642908" y="209350"/>
                  </a:lnTo>
                  <a:lnTo>
                    <a:pt x="2682320" y="230930"/>
                  </a:lnTo>
                  <a:lnTo>
                    <a:pt x="2721128" y="253457"/>
                  </a:lnTo>
                  <a:lnTo>
                    <a:pt x="2759316" y="276915"/>
                  </a:lnTo>
                  <a:lnTo>
                    <a:pt x="2796868" y="301290"/>
                  </a:lnTo>
                  <a:lnTo>
                    <a:pt x="2833768" y="326565"/>
                  </a:lnTo>
                  <a:lnTo>
                    <a:pt x="2870002" y="352725"/>
                  </a:lnTo>
                  <a:lnTo>
                    <a:pt x="2905553" y="379754"/>
                  </a:lnTo>
                  <a:lnTo>
                    <a:pt x="2940406" y="407638"/>
                  </a:lnTo>
                  <a:lnTo>
                    <a:pt x="2974545" y="436359"/>
                  </a:lnTo>
                  <a:lnTo>
                    <a:pt x="3007955" y="465904"/>
                  </a:lnTo>
                  <a:lnTo>
                    <a:pt x="3040621" y="496255"/>
                  </a:lnTo>
                  <a:lnTo>
                    <a:pt x="3072526" y="527399"/>
                  </a:lnTo>
                  <a:lnTo>
                    <a:pt x="3103656" y="559318"/>
                  </a:lnTo>
                  <a:lnTo>
                    <a:pt x="3133994" y="591998"/>
                  </a:lnTo>
                  <a:lnTo>
                    <a:pt x="3163526" y="625423"/>
                  </a:lnTo>
                  <a:lnTo>
                    <a:pt x="3192235" y="659577"/>
                  </a:lnTo>
                  <a:lnTo>
                    <a:pt x="3220106" y="694445"/>
                  </a:lnTo>
                  <a:lnTo>
                    <a:pt x="3247123" y="730011"/>
                  </a:lnTo>
                  <a:lnTo>
                    <a:pt x="3273271" y="766260"/>
                  </a:lnTo>
                  <a:lnTo>
                    <a:pt x="3298535" y="803177"/>
                  </a:lnTo>
                  <a:lnTo>
                    <a:pt x="3322899" y="840745"/>
                  </a:lnTo>
                  <a:lnTo>
                    <a:pt x="3346347" y="878948"/>
                  </a:lnTo>
                  <a:lnTo>
                    <a:pt x="3368863" y="917773"/>
                  </a:lnTo>
                  <a:lnTo>
                    <a:pt x="3390433" y="957202"/>
                  </a:lnTo>
                  <a:lnTo>
                    <a:pt x="3411041" y="997221"/>
                  </a:lnTo>
                  <a:lnTo>
                    <a:pt x="3430670" y="1037813"/>
                  </a:lnTo>
                  <a:lnTo>
                    <a:pt x="3449307" y="1078964"/>
                  </a:lnTo>
                  <a:lnTo>
                    <a:pt x="3466934" y="1120658"/>
                  </a:lnTo>
                  <a:lnTo>
                    <a:pt x="3483536" y="1162878"/>
                  </a:lnTo>
                  <a:lnTo>
                    <a:pt x="3499099" y="1205611"/>
                  </a:lnTo>
                  <a:lnTo>
                    <a:pt x="3513606" y="1248839"/>
                  </a:lnTo>
                  <a:lnTo>
                    <a:pt x="3527041" y="1292548"/>
                  </a:lnTo>
                  <a:lnTo>
                    <a:pt x="3539390" y="1336721"/>
                  </a:lnTo>
                  <a:lnTo>
                    <a:pt x="3550637" y="1381344"/>
                  </a:lnTo>
                  <a:lnTo>
                    <a:pt x="3560765" y="1426401"/>
                  </a:lnTo>
                  <a:lnTo>
                    <a:pt x="3569761" y="1471876"/>
                  </a:lnTo>
                  <a:lnTo>
                    <a:pt x="3577607" y="1517754"/>
                  </a:lnTo>
                  <a:lnTo>
                    <a:pt x="3584289" y="1564019"/>
                  </a:lnTo>
                  <a:lnTo>
                    <a:pt x="3589791" y="1610655"/>
                  </a:lnTo>
                  <a:lnTo>
                    <a:pt x="3594097" y="1657648"/>
                  </a:lnTo>
                  <a:lnTo>
                    <a:pt x="3597193" y="1704981"/>
                  </a:lnTo>
                  <a:lnTo>
                    <a:pt x="3599061" y="1752638"/>
                  </a:lnTo>
                  <a:lnTo>
                    <a:pt x="3599688" y="1800605"/>
                  </a:lnTo>
                  <a:lnTo>
                    <a:pt x="3599061" y="1848573"/>
                  </a:lnTo>
                  <a:lnTo>
                    <a:pt x="3597193" y="1896230"/>
                  </a:lnTo>
                  <a:lnTo>
                    <a:pt x="3594097" y="1943563"/>
                  </a:lnTo>
                  <a:lnTo>
                    <a:pt x="3589791" y="1990556"/>
                  </a:lnTo>
                  <a:lnTo>
                    <a:pt x="3584289" y="2037192"/>
                  </a:lnTo>
                  <a:lnTo>
                    <a:pt x="3577607" y="2083457"/>
                  </a:lnTo>
                  <a:lnTo>
                    <a:pt x="3569761" y="2129335"/>
                  </a:lnTo>
                  <a:lnTo>
                    <a:pt x="3560765" y="2174810"/>
                  </a:lnTo>
                  <a:lnTo>
                    <a:pt x="3550637" y="2219867"/>
                  </a:lnTo>
                  <a:lnTo>
                    <a:pt x="3539390" y="2264490"/>
                  </a:lnTo>
                  <a:lnTo>
                    <a:pt x="3527041" y="2308663"/>
                  </a:lnTo>
                  <a:lnTo>
                    <a:pt x="3513606" y="2352372"/>
                  </a:lnTo>
                  <a:lnTo>
                    <a:pt x="3499099" y="2395600"/>
                  </a:lnTo>
                  <a:lnTo>
                    <a:pt x="3483536" y="2438333"/>
                  </a:lnTo>
                  <a:lnTo>
                    <a:pt x="3466934" y="2480553"/>
                  </a:lnTo>
                  <a:lnTo>
                    <a:pt x="3449307" y="2522247"/>
                  </a:lnTo>
                  <a:lnTo>
                    <a:pt x="3430670" y="2563398"/>
                  </a:lnTo>
                  <a:lnTo>
                    <a:pt x="3411041" y="2603990"/>
                  </a:lnTo>
                  <a:lnTo>
                    <a:pt x="3390433" y="2644009"/>
                  </a:lnTo>
                  <a:lnTo>
                    <a:pt x="3368863" y="2683438"/>
                  </a:lnTo>
                  <a:lnTo>
                    <a:pt x="3346347" y="2722263"/>
                  </a:lnTo>
                  <a:lnTo>
                    <a:pt x="3322899" y="2760466"/>
                  </a:lnTo>
                  <a:lnTo>
                    <a:pt x="3298535" y="2798034"/>
                  </a:lnTo>
                  <a:lnTo>
                    <a:pt x="3273271" y="2834951"/>
                  </a:lnTo>
                  <a:lnTo>
                    <a:pt x="3247123" y="2871200"/>
                  </a:lnTo>
                  <a:lnTo>
                    <a:pt x="3220106" y="2906766"/>
                  </a:lnTo>
                  <a:lnTo>
                    <a:pt x="3192235" y="2941634"/>
                  </a:lnTo>
                  <a:lnTo>
                    <a:pt x="3163526" y="2975788"/>
                  </a:lnTo>
                  <a:lnTo>
                    <a:pt x="3133994" y="3009213"/>
                  </a:lnTo>
                  <a:lnTo>
                    <a:pt x="3103656" y="3041893"/>
                  </a:lnTo>
                  <a:lnTo>
                    <a:pt x="3072526" y="3073812"/>
                  </a:lnTo>
                  <a:lnTo>
                    <a:pt x="3040621" y="3104956"/>
                  </a:lnTo>
                  <a:lnTo>
                    <a:pt x="3007955" y="3135307"/>
                  </a:lnTo>
                  <a:lnTo>
                    <a:pt x="2974545" y="3164852"/>
                  </a:lnTo>
                  <a:lnTo>
                    <a:pt x="2940406" y="3193573"/>
                  </a:lnTo>
                  <a:lnTo>
                    <a:pt x="2905553" y="3221457"/>
                  </a:lnTo>
                  <a:lnTo>
                    <a:pt x="2870002" y="3248486"/>
                  </a:lnTo>
                  <a:lnTo>
                    <a:pt x="2833768" y="3274646"/>
                  </a:lnTo>
                  <a:lnTo>
                    <a:pt x="2796868" y="3299921"/>
                  </a:lnTo>
                  <a:lnTo>
                    <a:pt x="2759316" y="3324296"/>
                  </a:lnTo>
                  <a:lnTo>
                    <a:pt x="2721128" y="3347754"/>
                  </a:lnTo>
                  <a:lnTo>
                    <a:pt x="2682320" y="3370281"/>
                  </a:lnTo>
                  <a:lnTo>
                    <a:pt x="2642908" y="3391861"/>
                  </a:lnTo>
                  <a:lnTo>
                    <a:pt x="2602906" y="3412478"/>
                  </a:lnTo>
                  <a:lnTo>
                    <a:pt x="2562330" y="3432116"/>
                  </a:lnTo>
                  <a:lnTo>
                    <a:pt x="2521196" y="3450761"/>
                  </a:lnTo>
                  <a:lnTo>
                    <a:pt x="2479520" y="3468396"/>
                  </a:lnTo>
                  <a:lnTo>
                    <a:pt x="2437317" y="3485006"/>
                  </a:lnTo>
                  <a:lnTo>
                    <a:pt x="2394602" y="3500576"/>
                  </a:lnTo>
                  <a:lnTo>
                    <a:pt x="2351392" y="3515090"/>
                  </a:lnTo>
                  <a:lnTo>
                    <a:pt x="2307701" y="3528531"/>
                  </a:lnTo>
                  <a:lnTo>
                    <a:pt x="2263545" y="3540886"/>
                  </a:lnTo>
                  <a:lnTo>
                    <a:pt x="2218940" y="3552138"/>
                  </a:lnTo>
                  <a:lnTo>
                    <a:pt x="2173901" y="3562271"/>
                  </a:lnTo>
                  <a:lnTo>
                    <a:pt x="2128444" y="3571271"/>
                  </a:lnTo>
                  <a:lnTo>
                    <a:pt x="2082585" y="3579121"/>
                  </a:lnTo>
                  <a:lnTo>
                    <a:pt x="2036338" y="3585806"/>
                  </a:lnTo>
                  <a:lnTo>
                    <a:pt x="1989720" y="3591310"/>
                  </a:lnTo>
                  <a:lnTo>
                    <a:pt x="1942746" y="3595619"/>
                  </a:lnTo>
                  <a:lnTo>
                    <a:pt x="1895432" y="3598716"/>
                  </a:lnTo>
                  <a:lnTo>
                    <a:pt x="1847792" y="3600585"/>
                  </a:lnTo>
                  <a:lnTo>
                    <a:pt x="1799844" y="3601211"/>
                  </a:lnTo>
                  <a:lnTo>
                    <a:pt x="1751895" y="3600585"/>
                  </a:lnTo>
                  <a:lnTo>
                    <a:pt x="1704255" y="3598716"/>
                  </a:lnTo>
                  <a:lnTo>
                    <a:pt x="1656941" y="3595619"/>
                  </a:lnTo>
                  <a:lnTo>
                    <a:pt x="1609967" y="3591310"/>
                  </a:lnTo>
                  <a:lnTo>
                    <a:pt x="1563349" y="3585806"/>
                  </a:lnTo>
                  <a:lnTo>
                    <a:pt x="1517102" y="3579121"/>
                  </a:lnTo>
                  <a:lnTo>
                    <a:pt x="1471243" y="3571271"/>
                  </a:lnTo>
                  <a:lnTo>
                    <a:pt x="1425786" y="3562271"/>
                  </a:lnTo>
                  <a:lnTo>
                    <a:pt x="1380747" y="3552138"/>
                  </a:lnTo>
                  <a:lnTo>
                    <a:pt x="1336142" y="3540886"/>
                  </a:lnTo>
                  <a:lnTo>
                    <a:pt x="1291986" y="3528531"/>
                  </a:lnTo>
                  <a:lnTo>
                    <a:pt x="1248295" y="3515090"/>
                  </a:lnTo>
                  <a:lnTo>
                    <a:pt x="1205085" y="3500576"/>
                  </a:lnTo>
                  <a:lnTo>
                    <a:pt x="1162370" y="3485006"/>
                  </a:lnTo>
                  <a:lnTo>
                    <a:pt x="1120167" y="3468396"/>
                  </a:lnTo>
                  <a:lnTo>
                    <a:pt x="1078491" y="3450761"/>
                  </a:lnTo>
                  <a:lnTo>
                    <a:pt x="1037357" y="3432116"/>
                  </a:lnTo>
                  <a:lnTo>
                    <a:pt x="996781" y="3412478"/>
                  </a:lnTo>
                  <a:lnTo>
                    <a:pt x="956779" y="3391861"/>
                  </a:lnTo>
                  <a:lnTo>
                    <a:pt x="917367" y="3370281"/>
                  </a:lnTo>
                  <a:lnTo>
                    <a:pt x="878559" y="3347754"/>
                  </a:lnTo>
                  <a:lnTo>
                    <a:pt x="840371" y="3324296"/>
                  </a:lnTo>
                  <a:lnTo>
                    <a:pt x="802819" y="3299921"/>
                  </a:lnTo>
                  <a:lnTo>
                    <a:pt x="765919" y="3274646"/>
                  </a:lnTo>
                  <a:lnTo>
                    <a:pt x="729685" y="3248486"/>
                  </a:lnTo>
                  <a:lnTo>
                    <a:pt x="694134" y="3221457"/>
                  </a:lnTo>
                  <a:lnTo>
                    <a:pt x="659281" y="3193573"/>
                  </a:lnTo>
                  <a:lnTo>
                    <a:pt x="625142" y="3164852"/>
                  </a:lnTo>
                  <a:lnTo>
                    <a:pt x="591732" y="3135307"/>
                  </a:lnTo>
                  <a:lnTo>
                    <a:pt x="559066" y="3104956"/>
                  </a:lnTo>
                  <a:lnTo>
                    <a:pt x="527161" y="3073812"/>
                  </a:lnTo>
                  <a:lnTo>
                    <a:pt x="496031" y="3041893"/>
                  </a:lnTo>
                  <a:lnTo>
                    <a:pt x="465693" y="3009213"/>
                  </a:lnTo>
                  <a:lnTo>
                    <a:pt x="436161" y="2975788"/>
                  </a:lnTo>
                  <a:lnTo>
                    <a:pt x="407452" y="2941634"/>
                  </a:lnTo>
                  <a:lnTo>
                    <a:pt x="379581" y="2906766"/>
                  </a:lnTo>
                  <a:lnTo>
                    <a:pt x="352564" y="2871200"/>
                  </a:lnTo>
                  <a:lnTo>
                    <a:pt x="326416" y="2834951"/>
                  </a:lnTo>
                  <a:lnTo>
                    <a:pt x="301152" y="2798034"/>
                  </a:lnTo>
                  <a:lnTo>
                    <a:pt x="276788" y="2760466"/>
                  </a:lnTo>
                  <a:lnTo>
                    <a:pt x="253340" y="2722263"/>
                  </a:lnTo>
                  <a:lnTo>
                    <a:pt x="230824" y="2683438"/>
                  </a:lnTo>
                  <a:lnTo>
                    <a:pt x="209254" y="2644009"/>
                  </a:lnTo>
                  <a:lnTo>
                    <a:pt x="188646" y="2603990"/>
                  </a:lnTo>
                  <a:lnTo>
                    <a:pt x="169017" y="2563398"/>
                  </a:lnTo>
                  <a:lnTo>
                    <a:pt x="150380" y="2522247"/>
                  </a:lnTo>
                  <a:lnTo>
                    <a:pt x="132753" y="2480553"/>
                  </a:lnTo>
                  <a:lnTo>
                    <a:pt x="116151" y="2438333"/>
                  </a:lnTo>
                  <a:lnTo>
                    <a:pt x="100588" y="2395600"/>
                  </a:lnTo>
                  <a:lnTo>
                    <a:pt x="86081" y="2352372"/>
                  </a:lnTo>
                  <a:lnTo>
                    <a:pt x="72646" y="2308663"/>
                  </a:lnTo>
                  <a:lnTo>
                    <a:pt x="60297" y="2264490"/>
                  </a:lnTo>
                  <a:lnTo>
                    <a:pt x="49050" y="2219867"/>
                  </a:lnTo>
                  <a:lnTo>
                    <a:pt x="38922" y="2174810"/>
                  </a:lnTo>
                  <a:lnTo>
                    <a:pt x="29926" y="2129335"/>
                  </a:lnTo>
                  <a:lnTo>
                    <a:pt x="22080" y="2083457"/>
                  </a:lnTo>
                  <a:lnTo>
                    <a:pt x="15398" y="2037192"/>
                  </a:lnTo>
                  <a:lnTo>
                    <a:pt x="9896" y="1990556"/>
                  </a:lnTo>
                  <a:lnTo>
                    <a:pt x="5590" y="1943563"/>
                  </a:lnTo>
                  <a:lnTo>
                    <a:pt x="2494" y="1896230"/>
                  </a:lnTo>
                  <a:lnTo>
                    <a:pt x="626" y="1848573"/>
                  </a:lnTo>
                  <a:lnTo>
                    <a:pt x="0" y="1800605"/>
                  </a:lnTo>
                  <a:close/>
                </a:path>
              </a:pathLst>
            </a:custGeom>
            <a:ln w="38100">
              <a:solidFill>
                <a:srgbClr val="FFD9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object 18">
              <a:extLst>
                <a:ext uri="{FF2B5EF4-FFF2-40B4-BE49-F238E27FC236}">
                  <a16:creationId xmlns="" xmlns:a16="http://schemas.microsoft.com/office/drawing/2014/main" id="{899FC8A5-F0FE-472B-9EFA-12C4ABB191F5}"/>
                </a:ext>
              </a:extLst>
            </p:cNvPr>
            <p:cNvSpPr/>
            <p:nvPr/>
          </p:nvSpPr>
          <p:spPr>
            <a:xfrm>
              <a:off x="970788" y="2705099"/>
              <a:ext cx="2033270" cy="2992120"/>
            </a:xfrm>
            <a:custGeom>
              <a:avLst/>
              <a:gdLst/>
              <a:ahLst/>
              <a:cxnLst/>
              <a:rect l="l" t="t" r="r" b="b"/>
              <a:pathLst>
                <a:path w="2033270" h="2992120">
                  <a:moveTo>
                    <a:pt x="359664" y="2540508"/>
                  </a:moveTo>
                  <a:lnTo>
                    <a:pt x="353237" y="2492705"/>
                  </a:lnTo>
                  <a:lnTo>
                    <a:pt x="335102" y="2449753"/>
                  </a:lnTo>
                  <a:lnTo>
                    <a:pt x="306984" y="2413355"/>
                  </a:lnTo>
                  <a:lnTo>
                    <a:pt x="270586" y="2385237"/>
                  </a:lnTo>
                  <a:lnTo>
                    <a:pt x="227634" y="2367102"/>
                  </a:lnTo>
                  <a:lnTo>
                    <a:pt x="179832" y="2360676"/>
                  </a:lnTo>
                  <a:lnTo>
                    <a:pt x="132016" y="2367102"/>
                  </a:lnTo>
                  <a:lnTo>
                    <a:pt x="89065" y="2385237"/>
                  </a:lnTo>
                  <a:lnTo>
                    <a:pt x="52666" y="2413355"/>
                  </a:lnTo>
                  <a:lnTo>
                    <a:pt x="24549" y="2449753"/>
                  </a:lnTo>
                  <a:lnTo>
                    <a:pt x="6413" y="2492705"/>
                  </a:lnTo>
                  <a:lnTo>
                    <a:pt x="0" y="2540508"/>
                  </a:lnTo>
                  <a:lnTo>
                    <a:pt x="6413" y="2588323"/>
                  </a:lnTo>
                  <a:lnTo>
                    <a:pt x="24549" y="2631275"/>
                  </a:lnTo>
                  <a:lnTo>
                    <a:pt x="52666" y="2667673"/>
                  </a:lnTo>
                  <a:lnTo>
                    <a:pt x="89065" y="2695791"/>
                  </a:lnTo>
                  <a:lnTo>
                    <a:pt x="132016" y="2713926"/>
                  </a:lnTo>
                  <a:lnTo>
                    <a:pt x="179832" y="2720340"/>
                  </a:lnTo>
                  <a:lnTo>
                    <a:pt x="227634" y="2713926"/>
                  </a:lnTo>
                  <a:lnTo>
                    <a:pt x="270586" y="2695791"/>
                  </a:lnTo>
                  <a:lnTo>
                    <a:pt x="306984" y="2667673"/>
                  </a:lnTo>
                  <a:lnTo>
                    <a:pt x="335102" y="2631275"/>
                  </a:lnTo>
                  <a:lnTo>
                    <a:pt x="353237" y="2588323"/>
                  </a:lnTo>
                  <a:lnTo>
                    <a:pt x="359664" y="2540508"/>
                  </a:lnTo>
                  <a:close/>
                </a:path>
                <a:path w="2033270" h="2992120">
                  <a:moveTo>
                    <a:pt x="611124" y="903732"/>
                  </a:moveTo>
                  <a:lnTo>
                    <a:pt x="604697" y="855929"/>
                  </a:lnTo>
                  <a:lnTo>
                    <a:pt x="586562" y="812977"/>
                  </a:lnTo>
                  <a:lnTo>
                    <a:pt x="558444" y="776579"/>
                  </a:lnTo>
                  <a:lnTo>
                    <a:pt x="522046" y="748461"/>
                  </a:lnTo>
                  <a:lnTo>
                    <a:pt x="479094" y="730326"/>
                  </a:lnTo>
                  <a:lnTo>
                    <a:pt x="431292" y="723900"/>
                  </a:lnTo>
                  <a:lnTo>
                    <a:pt x="383476" y="730326"/>
                  </a:lnTo>
                  <a:lnTo>
                    <a:pt x="340525" y="748461"/>
                  </a:lnTo>
                  <a:lnTo>
                    <a:pt x="304126" y="776579"/>
                  </a:lnTo>
                  <a:lnTo>
                    <a:pt x="276009" y="812977"/>
                  </a:lnTo>
                  <a:lnTo>
                    <a:pt x="257873" y="855929"/>
                  </a:lnTo>
                  <a:lnTo>
                    <a:pt x="251460" y="903732"/>
                  </a:lnTo>
                  <a:lnTo>
                    <a:pt x="257873" y="951547"/>
                  </a:lnTo>
                  <a:lnTo>
                    <a:pt x="276009" y="994498"/>
                  </a:lnTo>
                  <a:lnTo>
                    <a:pt x="304126" y="1030897"/>
                  </a:lnTo>
                  <a:lnTo>
                    <a:pt x="340525" y="1059014"/>
                  </a:lnTo>
                  <a:lnTo>
                    <a:pt x="383476" y="1077150"/>
                  </a:lnTo>
                  <a:lnTo>
                    <a:pt x="431292" y="1083564"/>
                  </a:lnTo>
                  <a:lnTo>
                    <a:pt x="479094" y="1077150"/>
                  </a:lnTo>
                  <a:lnTo>
                    <a:pt x="522046" y="1059014"/>
                  </a:lnTo>
                  <a:lnTo>
                    <a:pt x="558444" y="1030897"/>
                  </a:lnTo>
                  <a:lnTo>
                    <a:pt x="586562" y="994498"/>
                  </a:lnTo>
                  <a:lnTo>
                    <a:pt x="604697" y="951547"/>
                  </a:lnTo>
                  <a:lnTo>
                    <a:pt x="611124" y="903732"/>
                  </a:lnTo>
                  <a:close/>
                </a:path>
                <a:path w="2033270" h="2992120">
                  <a:moveTo>
                    <a:pt x="1167384" y="2811018"/>
                  </a:moveTo>
                  <a:lnTo>
                    <a:pt x="1160919" y="2763024"/>
                  </a:lnTo>
                  <a:lnTo>
                    <a:pt x="1142707" y="2719895"/>
                  </a:lnTo>
                  <a:lnTo>
                    <a:pt x="1114463" y="2683345"/>
                  </a:lnTo>
                  <a:lnTo>
                    <a:pt x="1077912" y="2655100"/>
                  </a:lnTo>
                  <a:lnTo>
                    <a:pt x="1034783" y="2636888"/>
                  </a:lnTo>
                  <a:lnTo>
                    <a:pt x="986790" y="2630424"/>
                  </a:lnTo>
                  <a:lnTo>
                    <a:pt x="938784" y="2636888"/>
                  </a:lnTo>
                  <a:lnTo>
                    <a:pt x="895654" y="2655100"/>
                  </a:lnTo>
                  <a:lnTo>
                    <a:pt x="859104" y="2683345"/>
                  </a:lnTo>
                  <a:lnTo>
                    <a:pt x="830859" y="2719895"/>
                  </a:lnTo>
                  <a:lnTo>
                    <a:pt x="812647" y="2763024"/>
                  </a:lnTo>
                  <a:lnTo>
                    <a:pt x="806196" y="2811018"/>
                  </a:lnTo>
                  <a:lnTo>
                    <a:pt x="812647" y="2859036"/>
                  </a:lnTo>
                  <a:lnTo>
                    <a:pt x="830859" y="2902166"/>
                  </a:lnTo>
                  <a:lnTo>
                    <a:pt x="859104" y="2938716"/>
                  </a:lnTo>
                  <a:lnTo>
                    <a:pt x="895654" y="2966961"/>
                  </a:lnTo>
                  <a:lnTo>
                    <a:pt x="938784" y="2985173"/>
                  </a:lnTo>
                  <a:lnTo>
                    <a:pt x="986790" y="2991612"/>
                  </a:lnTo>
                  <a:lnTo>
                    <a:pt x="1034783" y="2985173"/>
                  </a:lnTo>
                  <a:lnTo>
                    <a:pt x="1077912" y="2966961"/>
                  </a:lnTo>
                  <a:lnTo>
                    <a:pt x="1114463" y="2938716"/>
                  </a:lnTo>
                  <a:lnTo>
                    <a:pt x="1142707" y="2902166"/>
                  </a:lnTo>
                  <a:lnTo>
                    <a:pt x="1160919" y="2859036"/>
                  </a:lnTo>
                  <a:lnTo>
                    <a:pt x="1167384" y="2811018"/>
                  </a:lnTo>
                  <a:close/>
                </a:path>
                <a:path w="2033270" h="2992120">
                  <a:moveTo>
                    <a:pt x="1487424" y="1315212"/>
                  </a:moveTo>
                  <a:lnTo>
                    <a:pt x="1480997" y="1267409"/>
                  </a:lnTo>
                  <a:lnTo>
                    <a:pt x="1462862" y="1224457"/>
                  </a:lnTo>
                  <a:lnTo>
                    <a:pt x="1434744" y="1188059"/>
                  </a:lnTo>
                  <a:lnTo>
                    <a:pt x="1398346" y="1159941"/>
                  </a:lnTo>
                  <a:lnTo>
                    <a:pt x="1355394" y="1141806"/>
                  </a:lnTo>
                  <a:lnTo>
                    <a:pt x="1307592" y="1135380"/>
                  </a:lnTo>
                  <a:lnTo>
                    <a:pt x="1259776" y="1141806"/>
                  </a:lnTo>
                  <a:lnTo>
                    <a:pt x="1216825" y="1159941"/>
                  </a:lnTo>
                  <a:lnTo>
                    <a:pt x="1180426" y="1188059"/>
                  </a:lnTo>
                  <a:lnTo>
                    <a:pt x="1152309" y="1224457"/>
                  </a:lnTo>
                  <a:lnTo>
                    <a:pt x="1134173" y="1267409"/>
                  </a:lnTo>
                  <a:lnTo>
                    <a:pt x="1127760" y="1315212"/>
                  </a:lnTo>
                  <a:lnTo>
                    <a:pt x="1134173" y="1363027"/>
                  </a:lnTo>
                  <a:lnTo>
                    <a:pt x="1152309" y="1405978"/>
                  </a:lnTo>
                  <a:lnTo>
                    <a:pt x="1180426" y="1442377"/>
                  </a:lnTo>
                  <a:lnTo>
                    <a:pt x="1216825" y="1470494"/>
                  </a:lnTo>
                  <a:lnTo>
                    <a:pt x="1259776" y="1488630"/>
                  </a:lnTo>
                  <a:lnTo>
                    <a:pt x="1307592" y="1495044"/>
                  </a:lnTo>
                  <a:lnTo>
                    <a:pt x="1355394" y="1488630"/>
                  </a:lnTo>
                  <a:lnTo>
                    <a:pt x="1398346" y="1470494"/>
                  </a:lnTo>
                  <a:lnTo>
                    <a:pt x="1434744" y="1442377"/>
                  </a:lnTo>
                  <a:lnTo>
                    <a:pt x="1462862" y="1405978"/>
                  </a:lnTo>
                  <a:lnTo>
                    <a:pt x="1480997" y="1363027"/>
                  </a:lnTo>
                  <a:lnTo>
                    <a:pt x="1487424" y="1315212"/>
                  </a:lnTo>
                  <a:close/>
                </a:path>
                <a:path w="2033270" h="2992120">
                  <a:moveTo>
                    <a:pt x="2033016" y="180594"/>
                  </a:moveTo>
                  <a:lnTo>
                    <a:pt x="2026589" y="132600"/>
                  </a:lnTo>
                  <a:lnTo>
                    <a:pt x="2008454" y="89471"/>
                  </a:lnTo>
                  <a:lnTo>
                    <a:pt x="1980336" y="52920"/>
                  </a:lnTo>
                  <a:lnTo>
                    <a:pt x="1943938" y="24676"/>
                  </a:lnTo>
                  <a:lnTo>
                    <a:pt x="1900986" y="6464"/>
                  </a:lnTo>
                  <a:lnTo>
                    <a:pt x="1853184" y="0"/>
                  </a:lnTo>
                  <a:lnTo>
                    <a:pt x="1805368" y="6464"/>
                  </a:lnTo>
                  <a:lnTo>
                    <a:pt x="1762417" y="24676"/>
                  </a:lnTo>
                  <a:lnTo>
                    <a:pt x="1726018" y="52920"/>
                  </a:lnTo>
                  <a:lnTo>
                    <a:pt x="1697901" y="89471"/>
                  </a:lnTo>
                  <a:lnTo>
                    <a:pt x="1679765" y="132600"/>
                  </a:lnTo>
                  <a:lnTo>
                    <a:pt x="1673352" y="180594"/>
                  </a:lnTo>
                  <a:lnTo>
                    <a:pt x="1679765" y="228600"/>
                  </a:lnTo>
                  <a:lnTo>
                    <a:pt x="1697901" y="271729"/>
                  </a:lnTo>
                  <a:lnTo>
                    <a:pt x="1726018" y="308279"/>
                  </a:lnTo>
                  <a:lnTo>
                    <a:pt x="1762417" y="336524"/>
                  </a:lnTo>
                  <a:lnTo>
                    <a:pt x="1805368" y="354736"/>
                  </a:lnTo>
                  <a:lnTo>
                    <a:pt x="1853184" y="361188"/>
                  </a:lnTo>
                  <a:lnTo>
                    <a:pt x="1900986" y="354736"/>
                  </a:lnTo>
                  <a:lnTo>
                    <a:pt x="1943938" y="336524"/>
                  </a:lnTo>
                  <a:lnTo>
                    <a:pt x="1980336" y="308279"/>
                  </a:lnTo>
                  <a:lnTo>
                    <a:pt x="2008454" y="271729"/>
                  </a:lnTo>
                  <a:lnTo>
                    <a:pt x="2026589" y="228600"/>
                  </a:lnTo>
                  <a:lnTo>
                    <a:pt x="2033016" y="180594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1" name="object 19">
            <a:extLst>
              <a:ext uri="{FF2B5EF4-FFF2-40B4-BE49-F238E27FC236}">
                <a16:creationId xmlns="" xmlns:a16="http://schemas.microsoft.com/office/drawing/2014/main" id="{AA3893BF-9DF8-4D09-B34D-2F0F13DBAB0D}"/>
              </a:ext>
            </a:extLst>
          </p:cNvPr>
          <p:cNvSpPr txBox="1"/>
          <p:nvPr/>
        </p:nvSpPr>
        <p:spPr>
          <a:xfrm>
            <a:off x="2343218" y="4361619"/>
            <a:ext cx="2743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4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object 20">
            <a:extLst>
              <a:ext uri="{FF2B5EF4-FFF2-40B4-BE49-F238E27FC236}">
                <a16:creationId xmlns="" xmlns:a16="http://schemas.microsoft.com/office/drawing/2014/main" id="{C1C4E63C-1D09-41F3-88B0-A47E68C9934F}"/>
              </a:ext>
            </a:extLst>
          </p:cNvPr>
          <p:cNvSpPr txBox="1"/>
          <p:nvPr/>
        </p:nvSpPr>
        <p:spPr>
          <a:xfrm>
            <a:off x="1029480" y="3545771"/>
            <a:ext cx="224154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4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object 21">
            <a:extLst>
              <a:ext uri="{FF2B5EF4-FFF2-40B4-BE49-F238E27FC236}">
                <a16:creationId xmlns="" xmlns:a16="http://schemas.microsoft.com/office/drawing/2014/main" id="{83586BC1-9E94-414A-B939-D49F2747CF69}"/>
              </a:ext>
            </a:extLst>
          </p:cNvPr>
          <p:cNvSpPr txBox="1"/>
          <p:nvPr/>
        </p:nvSpPr>
        <p:spPr>
          <a:xfrm>
            <a:off x="2158434" y="3192203"/>
            <a:ext cx="2743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4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object 22">
            <a:extLst>
              <a:ext uri="{FF2B5EF4-FFF2-40B4-BE49-F238E27FC236}">
                <a16:creationId xmlns="" xmlns:a16="http://schemas.microsoft.com/office/drawing/2014/main" id="{134DA58C-E8C2-4400-9AD7-13518ECBB875}"/>
              </a:ext>
            </a:extLst>
          </p:cNvPr>
          <p:cNvSpPr txBox="1"/>
          <p:nvPr/>
        </p:nvSpPr>
        <p:spPr>
          <a:xfrm>
            <a:off x="1999303" y="5973147"/>
            <a:ext cx="3005455" cy="185884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2707640" algn="l"/>
              </a:tabLst>
            </a:pPr>
            <a:r>
              <a:rPr sz="4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	</a:t>
            </a:r>
            <a:r>
              <a:rPr sz="6000" b="1" i="1" spc="-7" baseline="1388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sz="6000" baseline="1388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object 23">
            <a:extLst>
              <a:ext uri="{FF2B5EF4-FFF2-40B4-BE49-F238E27FC236}">
                <a16:creationId xmlns="" xmlns:a16="http://schemas.microsoft.com/office/drawing/2014/main" id="{B15D60DB-C916-4EF4-BE76-2E5F47ABCAF1}"/>
              </a:ext>
            </a:extLst>
          </p:cNvPr>
          <p:cNvSpPr txBox="1"/>
          <p:nvPr/>
        </p:nvSpPr>
        <p:spPr>
          <a:xfrm>
            <a:off x="1214824" y="5471776"/>
            <a:ext cx="2736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4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4800" y="474490"/>
            <a:ext cx="10359390" cy="148220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  <a:r>
              <a:rPr sz="20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algn="just">
              <a:lnSpc>
                <a:spcPts val="3460"/>
              </a:lnSpc>
            </a:pP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the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universal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set.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000" b="1" i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compliment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denoted by </a:t>
            </a:r>
            <a:r>
              <a:rPr sz="2000" i="1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Ā,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compliment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respect 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compliment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–</a:t>
            </a:r>
            <a:r>
              <a:rPr sz="2000" i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652" y="2345"/>
            <a:ext cx="313245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Compliment</a:t>
            </a:r>
            <a:endParaRPr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="" xmlns:a16="http://schemas.microsoft.com/office/drawing/2014/main" id="{2CB366CF-5234-4584-ADC5-E56AF0F2725B}"/>
              </a:ext>
            </a:extLst>
          </p:cNvPr>
          <p:cNvSpPr txBox="1"/>
          <p:nvPr/>
        </p:nvSpPr>
        <p:spPr>
          <a:xfrm>
            <a:off x="609600" y="3299410"/>
            <a:ext cx="9354820" cy="15908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3650"/>
              </a:lnSpc>
              <a:spcBef>
                <a:spcPts val="105"/>
              </a:spcBef>
            </a:pP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{ </a:t>
            </a:r>
            <a:r>
              <a:rPr sz="2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e, </a:t>
            </a:r>
            <a:r>
              <a:rPr sz="2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12700" marR="5080">
              <a:lnSpc>
                <a:spcPts val="3460"/>
              </a:lnSpc>
              <a:spcBef>
                <a:spcPts val="240"/>
              </a:spcBef>
            </a:pP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universal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is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of 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letters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English  Alphabet.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</a:pPr>
            <a:r>
              <a:rPr sz="2000" b="1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Ā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{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b,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c,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d, </a:t>
            </a:r>
            <a:r>
              <a:rPr sz="20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f, </a:t>
            </a:r>
            <a:r>
              <a:rPr sz="2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g,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h,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j, k,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l,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m,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n, p, q, </a:t>
            </a:r>
            <a:r>
              <a:rPr sz="2000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r,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s,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t, </a:t>
            </a:r>
            <a:r>
              <a:rPr sz="2000" i="1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v, w, </a:t>
            </a:r>
            <a:r>
              <a:rPr sz="2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x, </a:t>
            </a:r>
            <a:r>
              <a:rPr sz="2000" i="1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y,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sz="2000" i="1" spc="4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5" name="object 3">
            <a:extLst>
              <a:ext uri="{FF2B5EF4-FFF2-40B4-BE49-F238E27FC236}">
                <a16:creationId xmlns="" xmlns:a16="http://schemas.microsoft.com/office/drawing/2014/main" id="{F6A1ACEB-73B4-4440-8E67-2B3B176F8F0D}"/>
              </a:ext>
            </a:extLst>
          </p:cNvPr>
          <p:cNvSpPr txBox="1">
            <a:spLocks/>
          </p:cNvSpPr>
          <p:nvPr/>
        </p:nvSpPr>
        <p:spPr>
          <a:xfrm>
            <a:off x="685800" y="2978809"/>
            <a:ext cx="213614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6400" b="1" i="0">
                <a:solidFill>
                  <a:srgbClr val="F8CAAC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58988098-25CF-4A33-9B53-491A52A5BC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7216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403F7179-2996-4313-9F76-F89FE59B6B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740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7675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74ECE6B1-4CAC-432D-B37B-42AC8A0F6E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6388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0D41A923-FE42-459A-9F74-51CB74CC9A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1200" y="0"/>
            <a:ext cx="65532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8453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E80F292A-75EE-4314-B98A-F7BF9950B6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3584" y="0"/>
            <a:ext cx="6002215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8642B44E-5EF7-48B8-B068-5B885832F9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5715000" cy="6833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1732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0AECDFA7-99F8-4E80-AF9A-C0A5786F4330}"/>
              </a:ext>
            </a:extLst>
          </p:cNvPr>
          <p:cNvSpPr txBox="1"/>
          <p:nvPr/>
        </p:nvSpPr>
        <p:spPr>
          <a:xfrm>
            <a:off x="397564" y="289679"/>
            <a:ext cx="887895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SEQUENCE: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sequence is just a list of elements usually written in a row.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1, 2, 3, 4, 5, …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4, 8, 12, 16, 20,…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2, 4, 8, 16, 32, …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1, 1/2, 1/3, 1/4, 1/5, …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1, 4, 9, 16, 25, …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1, -1, 1, -1, 1, -1, …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 The symbol “…” is called ellipsis, and reads “and so forth”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07C14EC7-06E6-4584-8094-9DECC615ECBB}"/>
              </a:ext>
            </a:extLst>
          </p:cNvPr>
          <p:cNvSpPr txBox="1"/>
          <p:nvPr/>
        </p:nvSpPr>
        <p:spPr>
          <a:xfrm>
            <a:off x="278296" y="4033991"/>
            <a:ext cx="11820939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FORMAL DEFINITION: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sequence is a function whose domain is the set of integers greater than or equal to a particular integer n0. Usually this set is the set of Natural numbers {1, 2, 3, …} or the set of whole numbers {0, 1, 2, 3, …}.</a:t>
            </a:r>
          </a:p>
          <a:p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NOTATION: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use the notation an to denote the image of the integer n, and call it a term of the sequence. Thus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a1, a2, a3, a4 …, an, …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 the terms of a sequence defined on the set of natural numbers N.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 that a sequence is described by listing the terms of the sequence in order of increasing subscripts.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F97807B6-EAF9-4F1F-BC63-168212BA03F2}"/>
              </a:ext>
            </a:extLst>
          </p:cNvPr>
          <p:cNvSpPr txBox="1"/>
          <p:nvPr/>
        </p:nvSpPr>
        <p:spPr>
          <a:xfrm>
            <a:off x="7017689" y="761906"/>
            <a:ext cx="298770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e.g</a:t>
            </a:r>
            <a:r>
              <a:rPr lang="en-US" dirty="0"/>
              <a:t> # 2) 4,8,12,16,20</a:t>
            </a:r>
          </a:p>
          <a:p>
            <a:r>
              <a:rPr lang="en-US" dirty="0"/>
              <a:t>Image of (1)= 4</a:t>
            </a:r>
          </a:p>
          <a:p>
            <a:r>
              <a:rPr lang="en-US" dirty="0"/>
              <a:t>Image of (2)= 8</a:t>
            </a:r>
          </a:p>
          <a:p>
            <a:r>
              <a:rPr lang="en-US" dirty="0"/>
              <a:t>Image of (3)= 12</a:t>
            </a:r>
          </a:p>
          <a:p>
            <a:r>
              <a:rPr lang="en-US" dirty="0"/>
              <a:t>Image of (4)= 16</a:t>
            </a:r>
          </a:p>
          <a:p>
            <a:r>
              <a:rPr lang="en-US" dirty="0"/>
              <a:t>Image of (5)= 20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7828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413617FD-2A61-48CF-8911-71CA52C09E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699513" cy="33262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408DAB39-02EC-4CFA-BE29-39ADC8930D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26296"/>
            <a:ext cx="8238978" cy="3494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0519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92362DF2-48AD-4D31-9440-833EACA4E2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442713" cy="34821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5AD82812-84BD-4FF8-9C90-955DBE6D26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84931"/>
            <a:ext cx="9978887" cy="3173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4779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1363B05-A99D-42FD-878F-19BC75E2600C}"/>
              </a:ext>
            </a:extLst>
          </p:cNvPr>
          <p:cNvSpPr txBox="1"/>
          <p:nvPr/>
        </p:nvSpPr>
        <p:spPr>
          <a:xfrm>
            <a:off x="238539" y="194967"/>
            <a:ext cx="882594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EXERCISE: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explicit formulas for sequences with the initial terms given: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    0, 1, -2, 3, -4, 5, …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1F2A294C-F290-45FB-A7D3-1564BDAE21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539" y="1691332"/>
            <a:ext cx="4891709" cy="48136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6B4468C8-4D7C-4622-A988-C8C317AB5D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539" y="2468734"/>
            <a:ext cx="4717775" cy="2901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6760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2E63E26C-C300-4FA1-A84C-E0B0BADB85E3}"/>
              </a:ext>
            </a:extLst>
          </p:cNvPr>
          <p:cNvSpPr txBox="1"/>
          <p:nvPr/>
        </p:nvSpPr>
        <p:spPr>
          <a:xfrm>
            <a:off x="265043" y="141166"/>
            <a:ext cx="1113182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ARITHMETIC SEQUENCE: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sequence in which every term after the first is obtained from the preceding term by adding a constant number is called an arithmetic sequence or arithmetic progression (A.P.)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constant number, being the difference of any two consecutive terms is called the common difference of A.P., commonly denoted by “d”.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5, 9, 13, 17, … (common difference = 4)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0, -5, -10, -15, … (common difference = -5)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x + a, x + 3a, x + 5a, … (common difference = 2a)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68D911D0-8EB5-480B-9352-58EC4B0A31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279" y="3691765"/>
            <a:ext cx="10622033" cy="2576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5824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EF122F84-6BBD-4094-8CD4-90A1133E387A}"/>
              </a:ext>
            </a:extLst>
          </p:cNvPr>
          <p:cNvSpPr txBox="1"/>
          <p:nvPr/>
        </p:nvSpPr>
        <p:spPr>
          <a:xfrm>
            <a:off x="357809" y="293708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20th term of the arithmetic sequence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3, 9, 15, 21, …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F76E695B-4C20-410D-BCFD-0745DCC8C4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52" y="1473889"/>
            <a:ext cx="4458322" cy="27219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4C3ADF1B-BA8E-4F62-BDC6-E5F48B6A46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6730" y="206909"/>
            <a:ext cx="6422748" cy="39889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8E6D41EA-42E3-4210-9A18-EEFC874A81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7083" y="4195812"/>
            <a:ext cx="4943066" cy="1616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1435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E5D43A3D-DD0A-4F69-83DA-5DADBE34FB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7434792" cy="57514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5BD9660C-DE09-4C22-BCDC-CA06D46B6B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8986" y="33132"/>
            <a:ext cx="5393014" cy="2146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1260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949092EB-B7AB-404D-9C93-71C12D45BD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0323443" cy="6688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6594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47606DF1-85F1-4290-85E6-DB9D8D72F2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5963478" cy="38256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2157AE4F-AACF-4703-AE2A-35E364F3E5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3478" y="168758"/>
            <a:ext cx="6228522" cy="6245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7290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81707DD-6A24-4C90-9741-6C1AD89845FB}"/>
              </a:ext>
            </a:extLst>
          </p:cNvPr>
          <p:cNvSpPr txBox="1"/>
          <p:nvPr/>
        </p:nvSpPr>
        <p:spPr>
          <a:xfrm>
            <a:off x="516834" y="410891"/>
            <a:ext cx="1139687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SEQUENCES IN COMPUTER PROGRAMMING: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important data type in computer programming consists of finite sequences known as one-dimensional arrays; a single variable in which a sequence of variables may be stored.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names of k students in a class may be represented by an array of k elements “name” as: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name [0], name[1], name[2], …, name[k-1]</a:t>
            </a:r>
          </a:p>
        </p:txBody>
      </p:sp>
    </p:spTree>
    <p:extLst>
      <p:ext uri="{BB962C8B-B14F-4D97-AF65-F5344CB8AC3E}">
        <p14:creationId xmlns:p14="http://schemas.microsoft.com/office/powerpoint/2010/main" val="6170866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9C0267F8-D663-4172-A089-B9DB93F078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072730" cy="6547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5086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FF04974D-4CB7-4FCD-9F09-3152AAE49D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1158330" cy="6153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1235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2B7E1E02-BE2A-4DEE-BCE5-A5CC911D8E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673009" cy="3519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EA74E8E5-0523-428F-8967-C4291B075E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29000"/>
            <a:ext cx="7332364" cy="2073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7856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8A4D3FF7-35BE-465C-8263-6E65D8C3C6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966" y="0"/>
            <a:ext cx="7558826" cy="3429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C130C1B6-395F-42C4-BEB1-33BA7B3E15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203" y="3648282"/>
            <a:ext cx="8438736" cy="3072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8549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</TotalTime>
  <Words>1932</Words>
  <Application>Microsoft Office PowerPoint</Application>
  <PresentationFormat>Custom</PresentationFormat>
  <Paragraphs>232</Paragraphs>
  <Slides>37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8" baseType="lpstr">
      <vt:lpstr>Office Theme</vt:lpstr>
      <vt:lpstr>Sets &amp; Set Operations</vt:lpstr>
      <vt:lpstr>Set</vt:lpstr>
      <vt:lpstr>Roster Method</vt:lpstr>
      <vt:lpstr>Set Builder</vt:lpstr>
      <vt:lpstr>Important roles</vt:lpstr>
      <vt:lpstr>Equality</vt:lpstr>
      <vt:lpstr>Special Sets</vt:lpstr>
      <vt:lpstr>Example</vt:lpstr>
      <vt:lpstr>Infinite Set</vt:lpstr>
      <vt:lpstr>n-tuple</vt:lpstr>
      <vt:lpstr>Solution</vt:lpstr>
      <vt:lpstr>PowerPoint Presentation</vt:lpstr>
      <vt:lpstr>PowerPoint Presentation</vt:lpstr>
      <vt:lpstr>Set Operations</vt:lpstr>
      <vt:lpstr>Union</vt:lpstr>
      <vt:lpstr>Intersection</vt:lpstr>
      <vt:lpstr>Disjoint Sets</vt:lpstr>
      <vt:lpstr>Set Difference</vt:lpstr>
      <vt:lpstr>Compliment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Sets &amp; Set Operations</dc:title>
  <cp:lastModifiedBy>R.C</cp:lastModifiedBy>
  <cp:revision>12</cp:revision>
  <dcterms:created xsi:type="dcterms:W3CDTF">2020-12-06T23:22:26Z</dcterms:created>
  <dcterms:modified xsi:type="dcterms:W3CDTF">2023-03-06T12:16:27Z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2019-04-25T00:00:00Z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2020-12-06T00:00:00Z</vt:filetime>
  </property>
</Properties>
</file>