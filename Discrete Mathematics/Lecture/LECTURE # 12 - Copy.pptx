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01" r:id="rId3"/>
    <p:sldId id="302" r:id="rId4"/>
    <p:sldId id="303" r:id="rId5"/>
    <p:sldId id="304" r:id="rId6"/>
    <p:sldId id="259" r:id="rId7"/>
    <p:sldId id="306" r:id="rId8"/>
    <p:sldId id="307" r:id="rId9"/>
    <p:sldId id="308" r:id="rId10"/>
    <p:sldId id="309" r:id="rId11"/>
    <p:sldId id="269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-882" y="-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1E45CA-D195-421F-9F9E-A08AB200C3B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3CC21-81AA-4766-930E-1B7BEF6C7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23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E0693071-2B35-42E8-978E-BABAD4A3AD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249FC6-6D04-43F3-811D-7856FEDF11EC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xmlns="" id="{798600C1-2653-4235-9734-C565A2A8D8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xmlns="" id="{30D22265-6425-4C36-BEF8-A7E77BC024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98A05D-DF6D-4E35-8E4B-D32A19169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EC88303-19C4-4A42-AF5A-E3A1CA989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518387C-27C7-4E7D-A4CF-FA008C563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DA998-6F84-4AE6-B21B-107B20ECFA28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73EB204-BB42-4099-8A25-439D9FFFB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88FC14E-15A8-43C5-93D1-35EB0915E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2E2C-ED3D-4620-8C1E-15DEA20C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75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4A5B0D-F31E-49D4-A042-2A34EF5D7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84FCA1-28F5-4DCC-A152-D1F9B72CF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505E2B8-5DFE-42B4-B186-A5BDD419D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DA998-6F84-4AE6-B21B-107B20ECFA28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34490AD-8E23-4E8B-887E-59C2F9075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9992C28-7C44-4F71-891B-7494BD035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2E2C-ED3D-4620-8C1E-15DEA20C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813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B253B8-D20D-4243-961A-C83696F9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4DAA420-EFD2-48A3-9076-ACC7A4F94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0913493-F1FE-4937-A1B4-9A8E19F8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DA998-6F84-4AE6-B21B-107B20ECFA28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7C61186-3C96-432A-BA43-42788E068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400BBF3-C967-47DB-8BF9-6E5A55FE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2E2C-ED3D-4620-8C1E-15DEA20C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39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76CEBE-2E60-4D98-8227-9FA5588D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A1E80B-B246-4529-9D06-3B185A23F8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FAC566D-41A8-4117-84BF-89D753333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5996B78-ED2E-4E0B-B4C3-A78103E52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DA998-6F84-4AE6-B21B-107B20ECFA28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3F6F2C6-F284-4D0A-9B83-9E1583311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C8B325F-02A7-477D-9FFF-540873D7E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2E2C-ED3D-4620-8C1E-15DEA20C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3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2D56C6-95F2-4557-A0E2-4702DEAFD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C3666BA-5A8E-4055-841F-8444AA0EA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60592E4-CD8A-4BA4-A85A-6EC56000E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597BF78-E1B9-4D08-8326-CA37CC2BB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DA440ED-6B73-4D9A-944F-1EABFCE9A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B53FC00-02BC-4A87-92E8-5E1CDE33A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DA998-6F84-4AE6-B21B-107B20ECFA28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38A3CA2-CF90-430B-B82F-CFAFB9AD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97274B1-9321-4207-9304-8708625E6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2E2C-ED3D-4620-8C1E-15DEA20C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3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BFA72B-0C9C-40EC-AD0D-32A6A8D09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6478FA7-486D-409C-9777-1976F215A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DA998-6F84-4AE6-B21B-107B20ECFA28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7FE5CDB-DB19-44E6-9E69-C6BBBFE02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7809469-E7D9-4A13-8547-0C5E28B88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2E2C-ED3D-4620-8C1E-15DEA20C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655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07FCA4A-8977-4A19-A16D-50D79CE88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DA998-6F84-4AE6-B21B-107B20ECFA28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5BFC6CB-8860-42D1-96CD-F32985883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EB0C22D-B37E-40B1-9E8D-1ED827EA7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2E2C-ED3D-4620-8C1E-15DEA20C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92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1AC20A-6DEA-4566-BC47-55841ABA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D628206-521F-4389-A4EA-BA0B95302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8841BF6-48C3-4253-AC7C-B6C117D3E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6AE8D8C-E2B7-4399-89B6-7597C688D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DA998-6F84-4AE6-B21B-107B20ECFA28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0C8FFE-87E7-4D73-8529-3B16D8832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3832063-D76A-413A-ABB1-2B4C5560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2E2C-ED3D-4620-8C1E-15DEA20C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08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2CE8FF-46D4-46B1-8658-8DB846984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213B3E5-CB28-495C-8627-3F6D46474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CB3404B-0364-4961-97B0-B21E94018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C2DDDB1-17DA-4AFE-A44C-DD5B8E120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DA998-6F84-4AE6-B21B-107B20ECFA28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DFE82D9-EB2C-485F-A621-E07B3F91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7AB3A65-E59C-4375-8B36-6DC8CCC71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2E2C-ED3D-4620-8C1E-15DEA20C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5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EAE28D-22D6-4AAD-A35A-B7F69EDEA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AD0324F-F011-4C68-B08E-536B74D4A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4E9C954-07F8-4B6B-97A8-C254F9566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DA998-6F84-4AE6-B21B-107B20ECFA28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0C3B2D3-487B-45B9-A131-2922533C5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52448CB-3AF0-4D2C-BF86-A0B5FF5D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2E2C-ED3D-4620-8C1E-15DEA20C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3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505B3AB-09EB-46C9-9F28-478DD534D5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7C85095-217F-4061-ACF9-F66FC3838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5A88E55-EE9A-41C5-9375-0361AFF0E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DA998-6F84-4AE6-B21B-107B20ECFA28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D05B6E1-732A-4CFC-9623-263B9109A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937DA93-18BB-4F3F-AEE2-A24A9264A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2E2C-ED3D-4620-8C1E-15DEA20C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62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B23B4D-E224-44A2-99D8-2D01A4F0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xmlns="" id="{906132D3-5A26-4796-A191-4CE3AB267216}"/>
              </a:ext>
            </a:extLst>
          </p:cNvPr>
          <p:cNvSpPr>
            <a:spLocks noGrp="1"/>
          </p:cNvSpPr>
          <p:nvPr>
            <p:ph type="dgm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5EC6734-D62A-4C3E-AA84-13F917442F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901789-1370-455E-9BE7-89FDD275A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7DECD68-15BF-43CE-8692-2C38E9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552C13D8-0669-4341-AF77-DA7A744C25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001291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CED018-1ED7-4279-9368-1031B23AF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F853178-82BA-4D84-95A9-8398AFD510F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56D23AB-F3F7-446E-9E4E-CB8711A02AFC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A5D78129-6F21-4E43-B5AA-8CC4758FF9F2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A678BFE0-7CDD-4D49-8CAA-BADDC90396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B619A7C9-3E2B-4855-B20F-CC50AA278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806B04DF-EC6D-4A42-B5F6-58618783E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21363FC9-4D3B-4DAB-92A3-8513FC6575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023277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F92090-5465-413A-908B-BCF2477FC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59315A-B01E-4D7A-8022-DF7D579B8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5E2F419-90FC-49FC-BBFF-3BBF555FC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CE4632B-85A8-4C15-8428-0DF2E5E52E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3E9DBBB-3B91-4E41-9A78-EF13770D7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17B2880-7314-4D55-8FB1-D1A346FA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A0FC03D8-CE66-4B0A-A54C-FFD56B3F0B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611627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8741FCA-09E1-481F-ACF5-9EA547338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64345F4-6DF6-4D66-AB74-255E3F8C4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6824EB-416F-4A21-AF16-9F11D06DC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DA998-6F84-4AE6-B21B-107B20ECFA28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20EE227-9F71-4ACA-AEA4-B0A2DB8829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D82729-88A5-49E4-ABBA-99AD0340A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32E2C-ED3D-4620-8C1E-15DEA20C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2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6" r:id="rId13"/>
    <p:sldLayoutId id="214748366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E15B2D-6E99-4020-B540-F49C19A90A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# 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8A3D4C3-4E31-4258-9256-8457CB40EA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TREE</a:t>
            </a:r>
          </a:p>
        </p:txBody>
      </p:sp>
    </p:spTree>
    <p:extLst>
      <p:ext uri="{BB962C8B-B14F-4D97-AF65-F5344CB8AC3E}">
        <p14:creationId xmlns:p14="http://schemas.microsoft.com/office/powerpoint/2010/main" val="1144543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3B813DF-32DE-4984-9395-0DB2BF594C1D}"/>
              </a:ext>
            </a:extLst>
          </p:cNvPr>
          <p:cNvSpPr txBox="1"/>
          <p:nvPr/>
        </p:nvSpPr>
        <p:spPr>
          <a:xfrm>
            <a:off x="583096" y="316829"/>
            <a:ext cx="1143662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TREES APPLICATION AREAS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Trees are used to solve problems in a wide variety of disciplines. In computer science trees are employed to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efficient algorithms for locating items in a list.</a:t>
            </a:r>
          </a:p>
          <a:p>
            <a:pPr marL="342900" indent="-342900"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 networks with the least expensive set of telephone lines linking distributed computers. </a:t>
            </a:r>
          </a:p>
          <a:p>
            <a:pPr marL="342900" indent="-342900"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efficient codes for storing and transmitting data. </a:t>
            </a:r>
          </a:p>
          <a:p>
            <a:pPr marL="342900" indent="-342900"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procedures that are carried out using a sequence of decisions, which are valuable in the study of sorting algorithms.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AACA524-6860-45F3-9CC6-373632F2EE9F}"/>
              </a:ext>
            </a:extLst>
          </p:cNvPr>
          <p:cNvSpPr txBox="1"/>
          <p:nvPr/>
        </p:nvSpPr>
        <p:spPr>
          <a:xfrm>
            <a:off x="583096" y="2892432"/>
            <a:ext cx="1143662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tree is a connected graph that does not contain any non-trivial circuit. (i.e. it is circuit free).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trivial circuit is one that consists of a single vertex.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tree are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D0A025C-6769-4167-BD46-78988C179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876" y="4140514"/>
            <a:ext cx="2972541" cy="240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28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409462B-B5A3-4226-BEA0-44568674C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45" y="-82880"/>
            <a:ext cx="6692348" cy="3693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9D99182-EBA4-41E8-A394-80D36FC2D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194" y="901149"/>
            <a:ext cx="4220197" cy="26270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B5B16C4-239B-4DC8-95D5-7EC2F5275B62}"/>
              </a:ext>
            </a:extLst>
          </p:cNvPr>
          <p:cNvSpPr txBox="1"/>
          <p:nvPr/>
        </p:nvSpPr>
        <p:spPr>
          <a:xfrm>
            <a:off x="0" y="3676667"/>
            <a:ext cx="3220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exists circuit, so not a tree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BBE11B2-5ED9-4D28-AFE2-A7EBAAE41B35}"/>
              </a:ext>
            </a:extLst>
          </p:cNvPr>
          <p:cNvSpPr txBox="1"/>
          <p:nvPr/>
        </p:nvSpPr>
        <p:spPr>
          <a:xfrm>
            <a:off x="3750365" y="3560459"/>
            <a:ext cx="3080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exists no connectedness, so not a tree.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C92EA6E-8772-41FE-8AE3-2CAECD6341A6}"/>
              </a:ext>
            </a:extLst>
          </p:cNvPr>
          <p:cNvSpPr txBox="1"/>
          <p:nvPr/>
        </p:nvSpPr>
        <p:spPr>
          <a:xfrm>
            <a:off x="7683257" y="3610353"/>
            <a:ext cx="34720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exists a circuit (also due to loop), so not a tree (because trees have to be a circuit free). </a:t>
            </a:r>
          </a:p>
        </p:txBody>
      </p:sp>
    </p:spTree>
    <p:extLst>
      <p:ext uri="{BB962C8B-B14F-4D97-AF65-F5344CB8AC3E}">
        <p14:creationId xmlns:p14="http://schemas.microsoft.com/office/powerpoint/2010/main" val="295005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FE2DDC7-D698-4EFF-A4A1-75B76285B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2510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3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2EC1F9E-C4A5-41EF-9386-96038E785135}"/>
              </a:ext>
            </a:extLst>
          </p:cNvPr>
          <p:cNvSpPr txBox="1"/>
          <p:nvPr/>
        </p:nvSpPr>
        <p:spPr>
          <a:xfrm>
            <a:off x="331303" y="267711"/>
            <a:ext cx="11635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TREES: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10ABFA6-D4A6-4ECB-9FC8-19C6BC611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96" y="3715255"/>
            <a:ext cx="6831081" cy="2875034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66348AC2-FB20-43C8-A829-ADFB2075D925}"/>
              </a:ext>
            </a:extLst>
          </p:cNvPr>
          <p:cNvSpPr txBox="1">
            <a:spLocks noChangeArrowheads="1"/>
          </p:cNvSpPr>
          <p:nvPr/>
        </p:nvSpPr>
        <p:spPr>
          <a:xfrm>
            <a:off x="1106556" y="816940"/>
            <a:ext cx="7620000" cy="216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7.2.3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 is a graph with n vertices, the following are equivalent: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a) T is a tree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b) T is connected and acyclic</a:t>
            </a:r>
          </a:p>
          <a:p>
            <a:pPr lvl="1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(“acyclic” = having no cycles)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c) T is connected and has n-1 edges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d) T is acyclic and has n-1 edges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507" y="4829606"/>
            <a:ext cx="2073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Practice question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573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>
            <a:extLst>
              <a:ext uri="{FF2B5EF4-FFF2-40B4-BE49-F238E27FC236}">
                <a16:creationId xmlns:a16="http://schemas.microsoft.com/office/drawing/2014/main" xmlns="" id="{1C6DB413-602B-42CA-B8F0-476D23D1B4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7814"/>
            <a:ext cx="8229600" cy="1169987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Example : Tree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3100" dirty="0">
                <a:solidFill>
                  <a:schemeClr val="tx1"/>
                </a:solidFill>
                <a:latin typeface="Arial" panose="020B0604020202020204" pitchFamily="34" charset="0"/>
              </a:rPr>
              <a:t>Organizational charts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xmlns="" id="{F8DFE993-2F23-4B7C-9E63-BA0FAAE5B4A4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133600" y="2133600"/>
            <a:ext cx="7696200" cy="3962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en-US" sz="2400"/>
          </a:p>
          <a:p>
            <a:pPr>
              <a:buFont typeface="Wingdings" panose="05000000000000000000" pitchFamily="2" charset="2"/>
              <a:buNone/>
            </a:pPr>
            <a:endParaRPr lang="en-US" altLang="en-US" sz="240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/>
              <a:t>                 </a:t>
            </a:r>
          </a:p>
        </p:txBody>
      </p:sp>
      <p:pic>
        <p:nvPicPr>
          <p:cNvPr id="15413" name="Picture 53">
            <a:extLst>
              <a:ext uri="{FF2B5EF4-FFF2-40B4-BE49-F238E27FC236}">
                <a16:creationId xmlns:a16="http://schemas.microsoft.com/office/drawing/2014/main" xmlns="" id="{422EBA25-0A0B-4C94-B2CA-664C5B1A7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76401"/>
            <a:ext cx="8153400" cy="487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62AE060-FE9B-4F60-848E-8BDDAE032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14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203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8E82FE8-9548-49EE-A8BA-1373F157CF28}"/>
              </a:ext>
            </a:extLst>
          </p:cNvPr>
          <p:cNvSpPr txBox="1"/>
          <p:nvPr/>
        </p:nvSpPr>
        <p:spPr>
          <a:xfrm>
            <a:off x="666231" y="4389927"/>
            <a:ext cx="1102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node's "uncles" are siblings of that node's parent.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node that is connected to all lower-level nodes is called an "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ancestor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 The connected lower-level nodes are "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descendants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of the ancestor node.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000E3A5-F210-474B-BA10-75014D701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39" y="228599"/>
            <a:ext cx="10221361" cy="395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80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B20FC7-78CB-4190-95B7-C983F1A7F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638" y="2217667"/>
            <a:ext cx="6584675" cy="4640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E902568-F7B8-4659-AC90-008DE0448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951" y="508113"/>
            <a:ext cx="3941901" cy="1573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72789" y="862885"/>
            <a:ext cx="2073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Practice question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226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2BFB46D-D4EA-4B81-BC63-05BBDD1AA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64" y="0"/>
            <a:ext cx="9859619" cy="672796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272789" y="862885"/>
            <a:ext cx="2073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Practice question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797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xmlns="" id="{CD1D7609-E71B-4AC1-AD7A-06BCA2B83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77814"/>
            <a:ext cx="10972800" cy="731835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trees</a:t>
            </a:r>
          </a:p>
        </p:txBody>
      </p:sp>
      <p:sp>
        <p:nvSpPr>
          <p:cNvPr id="34825" name="Rectangle 9">
            <a:extLst>
              <a:ext uri="{FF2B5EF4-FFF2-40B4-BE49-F238E27FC236}">
                <a16:creationId xmlns:a16="http://schemas.microsoft.com/office/drawing/2014/main" xmlns="" id="{8DB0BC14-598A-47BC-A17F-3526C75CD46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70452" y="959644"/>
            <a:ext cx="9879496" cy="731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tree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tree where each vertex has zero, one or two children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834" name="Picture 18">
            <a:extLst>
              <a:ext uri="{FF2B5EF4-FFF2-40B4-BE49-F238E27FC236}">
                <a16:creationId xmlns:a16="http://schemas.microsoft.com/office/drawing/2014/main" xmlns="" id="{0428EB15-E70B-4C07-88DA-CC48B5A49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296" y="2373309"/>
            <a:ext cx="3733800" cy="371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63DBCEA-ABD7-44BA-A5CA-1D67BA3CE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618" y="1444488"/>
            <a:ext cx="4863548" cy="476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5683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xmlns="" id="{2DCE9FBE-7A09-4118-8B01-600D6B918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binary tree</a:t>
            </a:r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xmlns="" id="{859AAE68-7A41-4392-8AA3-CDCDE34C68D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332814" y="1735137"/>
            <a:ext cx="5554386" cy="3387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tree is a binary tree in which each vertex has two or no children.</a:t>
            </a:r>
          </a:p>
        </p:txBody>
      </p:sp>
      <p:pic>
        <p:nvPicPr>
          <p:cNvPr id="50185" name="Picture 9">
            <a:extLst>
              <a:ext uri="{FF2B5EF4-FFF2-40B4-BE49-F238E27FC236}">
                <a16:creationId xmlns:a16="http://schemas.microsoft.com/office/drawing/2014/main" xmlns="" id="{E71FA3C4-BF85-4320-B441-A4EE746D2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00200"/>
            <a:ext cx="3309938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5777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4">
            <a:extLst>
              <a:ext uri="{FF2B5EF4-FFF2-40B4-BE49-F238E27FC236}">
                <a16:creationId xmlns:a16="http://schemas.microsoft.com/office/drawing/2014/main" xmlns="" id="{DABF4EA5-5220-4420-AB9A-E57853211A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1" y="381000"/>
            <a:ext cx="8537575" cy="106680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binary tree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xmlns="" id="{954A1126-7453-4C40-A179-670F2F6ACDB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333999" y="1828800"/>
            <a:ext cx="6314661" cy="385638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7.5.4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T is a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binary tree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k internal vertices, then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has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+ 1 terminal vertices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number of vertices is 2k + 1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k = 4 internal vertices (a, b, c and f) and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terminal vertices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(d, e, g, h and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a 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9 vertices. 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2(4) + 1.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258" name="Picture 10">
            <a:extLst>
              <a:ext uri="{FF2B5EF4-FFF2-40B4-BE49-F238E27FC236}">
                <a16:creationId xmlns:a16="http://schemas.microsoft.com/office/drawing/2014/main" xmlns="" id="{31FE6D70-A2AA-42EB-BA82-8659B79BB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652" y="1752600"/>
            <a:ext cx="3963228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72789" y="862885"/>
            <a:ext cx="2073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Practice question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88737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405</Words>
  <Application>Microsoft Office PowerPoint</Application>
  <PresentationFormat>Custom</PresentationFormat>
  <Paragraphs>50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LECTURE # 12</vt:lpstr>
      <vt:lpstr>PowerPoint Presentation</vt:lpstr>
      <vt:lpstr>PowerPoint Presentation</vt:lpstr>
      <vt:lpstr>PowerPoint Presentation</vt:lpstr>
      <vt:lpstr>PowerPoint Presentation</vt:lpstr>
      <vt:lpstr>Example : Tree Organizational charts</vt:lpstr>
      <vt:lpstr>PowerPoint Presentation</vt:lpstr>
      <vt:lpstr>PowerPoint Presentation</vt:lpstr>
      <vt:lpstr>PowerPoint Presentation</vt:lpstr>
      <vt:lpstr>PowerPoint Presentation</vt:lpstr>
      <vt:lpstr>Binary trees</vt:lpstr>
      <vt:lpstr>Full binary tree</vt:lpstr>
      <vt:lpstr>Full binary tree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Saima Ashraf</dc:creator>
  <cp:lastModifiedBy>R.C</cp:lastModifiedBy>
  <cp:revision>36</cp:revision>
  <dcterms:created xsi:type="dcterms:W3CDTF">2020-12-28T16:31:04Z</dcterms:created>
  <dcterms:modified xsi:type="dcterms:W3CDTF">2023-04-27T19:41:21Z</dcterms:modified>
</cp:coreProperties>
</file>