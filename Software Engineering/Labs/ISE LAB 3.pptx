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34EE8E-6F77-4D36-BB27-444E12727557}" type="datetimeFigureOut">
              <a:rPr lang="en-US" smtClean="0"/>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3031310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34EE8E-6F77-4D36-BB27-444E12727557}" type="datetimeFigureOut">
              <a:rPr lang="en-US" smtClean="0"/>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4110826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34EE8E-6F77-4D36-BB27-444E12727557}" type="datetimeFigureOut">
              <a:rPr lang="en-US" smtClean="0"/>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3051025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E34EE8E-6F77-4D36-BB27-444E12727557}" type="datetimeFigureOut">
              <a:rPr lang="en-US" smtClean="0"/>
              <a:t>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820507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E34EE8E-6F77-4D36-BB27-444E12727557}" type="datetimeFigureOut">
              <a:rPr lang="en-US" smtClean="0"/>
              <a:t>2/22/2023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820486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34EE8E-6F77-4D36-BB27-444E12727557}" type="datetimeFigureOut">
              <a:rPr lang="en-US" smtClean="0"/>
              <a:t>2/22/2023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995415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34EE8E-6F77-4D36-BB27-444E12727557}" type="datetimeFigureOut">
              <a:rPr lang="en-US" smtClean="0"/>
              <a:t>2/22/2023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3256974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34EE8E-6F77-4D36-BB27-444E12727557}" type="datetimeFigureOut">
              <a:rPr lang="en-US" smtClean="0"/>
              <a:t>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3968377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34EE8E-6F77-4D36-BB27-444E12727557}" type="datetimeFigureOut">
              <a:rPr lang="en-US" smtClean="0"/>
              <a:t>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112868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34EE8E-6F77-4D36-BB27-444E12727557}" type="datetimeFigureOut">
              <a:rPr lang="en-US" smtClean="0"/>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3804862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34EE8E-6F77-4D36-BB27-444E12727557}" type="datetimeFigureOut">
              <a:rPr lang="en-US" smtClean="0"/>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97111E-3D17-4693-8E23-CD59C565A672}" type="slidenum">
              <a:rPr lang="en-US" smtClean="0"/>
              <a:t>‹#›</a:t>
            </a:fld>
            <a:endParaRPr lang="en-US"/>
          </a:p>
        </p:txBody>
      </p:sp>
    </p:spTree>
    <p:extLst>
      <p:ext uri="{BB962C8B-B14F-4D97-AF65-F5344CB8AC3E}">
        <p14:creationId xmlns:p14="http://schemas.microsoft.com/office/powerpoint/2010/main" val="4223239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34EE8E-6F77-4D36-BB27-444E12727557}" type="datetimeFigureOut">
              <a:rPr lang="en-US" smtClean="0"/>
              <a:t>2/22/2023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97111E-3D17-4693-8E23-CD59C565A672}" type="slidenum">
              <a:rPr lang="en-US" smtClean="0"/>
              <a:t>‹#›</a:t>
            </a:fld>
            <a:endParaRPr lang="en-US"/>
          </a:p>
        </p:txBody>
      </p:sp>
    </p:spTree>
    <p:extLst>
      <p:ext uri="{BB962C8B-B14F-4D97-AF65-F5344CB8AC3E}">
        <p14:creationId xmlns:p14="http://schemas.microsoft.com/office/powerpoint/2010/main" val="3592124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4842"/>
            <a:ext cx="10515600" cy="5822121"/>
          </a:xfrm>
        </p:spPr>
        <p:txBody>
          <a:bodyPr/>
          <a:lstStyle/>
          <a:p>
            <a:pPr marL="0" indent="0">
              <a:buNone/>
            </a:pPr>
            <a:r>
              <a:rPr lang="en-US" b="1" u="sng" dirty="0" smtClean="0"/>
              <a:t>Activity 3: How to set properties about a Project Plan?</a:t>
            </a:r>
            <a:endParaRPr lang="en-US" dirty="0" smtClean="0"/>
          </a:p>
          <a:p>
            <a:pPr marL="0" indent="0">
              <a:buNone/>
            </a:pPr>
            <a:endParaRPr lang="en-US" dirty="0" smtClean="0"/>
          </a:p>
          <a:p>
            <a:pPr marL="0" indent="0">
              <a:buNone/>
            </a:pPr>
            <a:r>
              <a:rPr lang="en-US" dirty="0" smtClean="0"/>
              <a:t>1.	On the File menu, click info, Click the project information , select Advanced properties</a:t>
            </a:r>
          </a:p>
          <a:p>
            <a:pPr marL="0" indent="0">
              <a:buNone/>
            </a:pPr>
            <a:r>
              <a:rPr lang="en-US" dirty="0" smtClean="0"/>
              <a:t>2.	In the properties dialog box, click the Summary tab, and then enter the information you want like:</a:t>
            </a:r>
          </a:p>
          <a:p>
            <a:pPr marL="0" indent="0">
              <a:buNone/>
            </a:pPr>
            <a:r>
              <a:rPr lang="en-US" dirty="0" smtClean="0"/>
              <a:t>●	Title of the Project</a:t>
            </a:r>
          </a:p>
          <a:p>
            <a:pPr marL="0" indent="0">
              <a:buNone/>
            </a:pPr>
            <a:r>
              <a:rPr lang="en-US" dirty="0" smtClean="0"/>
              <a:t>●	Manager of the Project</a:t>
            </a:r>
          </a:p>
          <a:p>
            <a:pPr marL="0" indent="0">
              <a:buNone/>
            </a:pPr>
            <a:r>
              <a:rPr lang="en-US" dirty="0" smtClean="0"/>
              <a:t>●	Company Information</a:t>
            </a:r>
          </a:p>
          <a:p>
            <a:pPr marL="0" indent="0">
              <a:buNone/>
            </a:pPr>
            <a:r>
              <a:rPr lang="en-US" dirty="0" smtClean="0"/>
              <a:t>●	Any other useful information in comments</a:t>
            </a:r>
          </a:p>
          <a:p>
            <a:pPr marL="0" indent="0">
              <a:buNone/>
            </a:pPr>
            <a:endParaRPr lang="en-US" dirty="0"/>
          </a:p>
        </p:txBody>
      </p:sp>
    </p:spTree>
    <p:extLst>
      <p:ext uri="{BB962C8B-B14F-4D97-AF65-F5344CB8AC3E}">
        <p14:creationId xmlns:p14="http://schemas.microsoft.com/office/powerpoint/2010/main" val="20131618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r="43208"/>
          <a:stretch/>
        </p:blipFill>
        <p:spPr>
          <a:xfrm>
            <a:off x="838200" y="805218"/>
            <a:ext cx="10653215" cy="5500048"/>
          </a:xfrm>
          <a:prstGeom prst="rect">
            <a:avLst/>
          </a:prstGeom>
        </p:spPr>
      </p:pic>
    </p:spTree>
    <p:extLst>
      <p:ext uri="{BB962C8B-B14F-4D97-AF65-F5344CB8AC3E}">
        <p14:creationId xmlns:p14="http://schemas.microsoft.com/office/powerpoint/2010/main" val="17871497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4842"/>
            <a:ext cx="10515600" cy="5822121"/>
          </a:xfrm>
        </p:spPr>
        <p:txBody>
          <a:bodyPr>
            <a:normAutofit fontScale="92500" lnSpcReduction="20000"/>
          </a:bodyPr>
          <a:lstStyle/>
          <a:p>
            <a:r>
              <a:rPr lang="en-US" b="1" u="sng" dirty="0"/>
              <a:t>Activity 2: How to set working &amp; non-working time?</a:t>
            </a:r>
            <a:endParaRPr lang="en-US" b="1" dirty="0"/>
          </a:p>
          <a:p>
            <a:r>
              <a:rPr lang="en-US" dirty="0"/>
              <a:t>The primary means by which each task and resource can be scheduled to work in the project. The project calendar defines the general working &amp; non-working time for tasks.</a:t>
            </a:r>
          </a:p>
          <a:p>
            <a:pPr marL="0" indent="0">
              <a:buNone/>
            </a:pPr>
            <a:r>
              <a:rPr lang="en-US" dirty="0"/>
              <a:t> </a:t>
            </a:r>
          </a:p>
          <a:p>
            <a:pPr lvl="0"/>
            <a:r>
              <a:rPr lang="en-US" dirty="0" smtClean="0"/>
              <a:t>Click On </a:t>
            </a:r>
            <a:r>
              <a:rPr lang="en-US" dirty="0"/>
              <a:t>the </a:t>
            </a:r>
            <a:r>
              <a:rPr lang="en-US" b="1" dirty="0" smtClean="0"/>
              <a:t>project</a:t>
            </a:r>
            <a:r>
              <a:rPr lang="en-US" dirty="0" smtClean="0"/>
              <a:t>, </a:t>
            </a:r>
            <a:r>
              <a:rPr lang="en-US" dirty="0"/>
              <a:t>click </a:t>
            </a:r>
            <a:r>
              <a:rPr lang="en-US" b="1" dirty="0"/>
              <a:t>Change Working Time</a:t>
            </a:r>
            <a:r>
              <a:rPr lang="en-US" dirty="0"/>
              <a:t>.</a:t>
            </a:r>
          </a:p>
          <a:p>
            <a:pPr lvl="0"/>
            <a:r>
              <a:rPr lang="en-US" dirty="0"/>
              <a:t>In the </a:t>
            </a:r>
            <a:r>
              <a:rPr lang="en-US" b="1" dirty="0"/>
              <a:t>For Calendar </a:t>
            </a:r>
            <a:r>
              <a:rPr lang="en-US" dirty="0"/>
              <a:t>box, select the base calendar you want to edit (normally it is </a:t>
            </a:r>
            <a:r>
              <a:rPr lang="en-US" b="1" dirty="0"/>
              <a:t>Standard</a:t>
            </a:r>
            <a:r>
              <a:rPr lang="en-US" dirty="0"/>
              <a:t>)</a:t>
            </a:r>
          </a:p>
          <a:p>
            <a:pPr lvl="0"/>
            <a:r>
              <a:rPr lang="en-US" dirty="0"/>
              <a:t>In the </a:t>
            </a:r>
            <a:r>
              <a:rPr lang="en-US" b="1" dirty="0"/>
              <a:t>Name </a:t>
            </a:r>
            <a:r>
              <a:rPr lang="en-US" dirty="0"/>
              <a:t>field on </a:t>
            </a:r>
            <a:r>
              <a:rPr lang="en-US" b="1" dirty="0"/>
              <a:t>Exception </a:t>
            </a:r>
            <a:r>
              <a:rPr lang="en-US" dirty="0"/>
              <a:t>tab, enter a descriptive name for the non-working time, such as </a:t>
            </a:r>
            <a:r>
              <a:rPr lang="en-US" b="1" dirty="0" smtClean="0"/>
              <a:t>Holiday</a:t>
            </a:r>
          </a:p>
          <a:p>
            <a:pPr lvl="0"/>
            <a:r>
              <a:rPr lang="en-US" dirty="0"/>
              <a:t>In the </a:t>
            </a:r>
            <a:r>
              <a:rPr lang="en-US" b="1" dirty="0"/>
              <a:t>Start </a:t>
            </a:r>
            <a:r>
              <a:rPr lang="en-US" dirty="0"/>
              <a:t>and </a:t>
            </a:r>
            <a:r>
              <a:rPr lang="en-US" b="1" dirty="0"/>
              <a:t>Finish </a:t>
            </a:r>
            <a:r>
              <a:rPr lang="en-US" dirty="0"/>
              <a:t>fields, type or select the start and finish dates for the non-working time span.</a:t>
            </a:r>
          </a:p>
          <a:p>
            <a:pPr lvl="0"/>
            <a:r>
              <a:rPr lang="en-US" dirty="0"/>
              <a:t>Active “</a:t>
            </a:r>
            <a:r>
              <a:rPr lang="en-US" b="1" dirty="0"/>
              <a:t>Work Weeks</a:t>
            </a:r>
            <a:r>
              <a:rPr lang="en-US" dirty="0"/>
              <a:t>” tab and then click </a:t>
            </a:r>
            <a:r>
              <a:rPr lang="en-US" b="1" dirty="0"/>
              <a:t>Details </a:t>
            </a:r>
            <a:r>
              <a:rPr lang="en-US" dirty="0"/>
              <a:t>button to change the default non-working days and timing</a:t>
            </a:r>
          </a:p>
          <a:p>
            <a:r>
              <a:rPr lang="en-US" dirty="0"/>
              <a:t>Click </a:t>
            </a:r>
            <a:r>
              <a:rPr lang="en-US" b="1" dirty="0"/>
              <a:t>OK</a:t>
            </a:r>
            <a:endParaRPr lang="en-US" dirty="0"/>
          </a:p>
          <a:p>
            <a:endParaRPr lang="en-US" dirty="0"/>
          </a:p>
        </p:txBody>
      </p:sp>
    </p:spTree>
    <p:extLst>
      <p:ext uri="{BB962C8B-B14F-4D97-AF65-F5344CB8AC3E}">
        <p14:creationId xmlns:p14="http://schemas.microsoft.com/office/powerpoint/2010/main" val="5997797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4716"/>
            <a:ext cx="10515600" cy="5972247"/>
          </a:xfrm>
        </p:spPr>
        <p:txBody>
          <a:bodyPr>
            <a:normAutofit/>
          </a:bodyPr>
          <a:lstStyle/>
          <a:p>
            <a:pPr lvl="0"/>
            <a:endParaRPr lang="en-US" dirty="0" smtClean="0"/>
          </a:p>
          <a:p>
            <a:pPr lvl="0"/>
            <a:endParaRPr lang="en-US" dirty="0"/>
          </a:p>
          <a:p>
            <a:pPr lvl="0"/>
            <a:endParaRPr lang="en-US" dirty="0" smtClean="0"/>
          </a:p>
          <a:p>
            <a:pPr lvl="0"/>
            <a:r>
              <a:rPr lang="en-US" dirty="0" smtClean="0"/>
              <a:t>In </a:t>
            </a:r>
            <a:r>
              <a:rPr lang="en-US" dirty="0"/>
              <a:t>a task entry table, enter a name for mile stone and in the duration field enter </a:t>
            </a:r>
            <a:r>
              <a:rPr lang="en-US" b="1" u="sng" dirty="0"/>
              <a:t>0day</a:t>
            </a:r>
            <a:r>
              <a:rPr lang="en-US" b="1" dirty="0"/>
              <a:t> </a:t>
            </a:r>
            <a:r>
              <a:rPr lang="en-US" dirty="0"/>
              <a:t>and then press “ENTER”</a:t>
            </a:r>
          </a:p>
          <a:p>
            <a:r>
              <a:rPr lang="en-US" b="1" dirty="0"/>
              <a:t>Milestones are significant (important) events that are either reached in the project or imposed on the project. Because the milestone normally does not include any work, so presented as task with ZERO duration</a:t>
            </a:r>
          </a:p>
          <a:p>
            <a:endParaRPr lang="en-US" dirty="0"/>
          </a:p>
        </p:txBody>
      </p:sp>
    </p:spTree>
    <p:extLst>
      <p:ext uri="{BB962C8B-B14F-4D97-AF65-F5344CB8AC3E}">
        <p14:creationId xmlns:p14="http://schemas.microsoft.com/office/powerpoint/2010/main" val="15235498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1723" y="378963"/>
            <a:ext cx="10515600" cy="5858064"/>
          </a:xfrm>
        </p:spPr>
        <p:txBody>
          <a:bodyPr/>
          <a:lstStyle/>
          <a:p>
            <a:endParaRPr lang="en-US" b="1" u="sng" dirty="0" smtClean="0"/>
          </a:p>
          <a:p>
            <a:pPr marL="0" indent="0">
              <a:buNone/>
            </a:pPr>
            <a:r>
              <a:rPr lang="en-US" b="1" u="sng" dirty="0" smtClean="0"/>
              <a:t>Activity </a:t>
            </a:r>
            <a:r>
              <a:rPr lang="en-US" b="1" u="sng" dirty="0"/>
              <a:t>5: How to organize tasks into phases?</a:t>
            </a:r>
            <a:endParaRPr lang="en-US" dirty="0"/>
          </a:p>
          <a:p>
            <a:pPr marL="457200" lvl="1" indent="0">
              <a:buNone/>
            </a:pPr>
            <a:r>
              <a:rPr lang="en-US" dirty="0"/>
              <a:t>Organize groups of closely related tasks</a:t>
            </a:r>
            <a:endParaRPr lang="en-US" sz="1600" dirty="0"/>
          </a:p>
          <a:p>
            <a:pPr marL="457200" lvl="1" indent="0">
              <a:buNone/>
            </a:pPr>
            <a:r>
              <a:rPr lang="en-US" dirty="0"/>
              <a:t>Duration, start date or other calculated values of a summery task cannot be changed</a:t>
            </a:r>
            <a:endParaRPr lang="en-US" sz="1600" dirty="0"/>
          </a:p>
          <a:p>
            <a:pPr marL="0" indent="0">
              <a:buNone/>
            </a:pPr>
            <a:r>
              <a:rPr lang="en-US" dirty="0"/>
              <a:t> </a:t>
            </a:r>
          </a:p>
          <a:p>
            <a:pPr lvl="0"/>
            <a:r>
              <a:rPr lang="en-US" dirty="0"/>
              <a:t>Select the names of tasks to become subtasks of a summary task</a:t>
            </a:r>
            <a:endParaRPr lang="en-US" sz="1800" dirty="0"/>
          </a:p>
          <a:p>
            <a:pPr lvl="0"/>
            <a:r>
              <a:rPr lang="en-US" dirty="0"/>
              <a:t>On the project menu point to </a:t>
            </a:r>
            <a:r>
              <a:rPr lang="en-US" b="1" dirty="0"/>
              <a:t>outline </a:t>
            </a:r>
            <a:r>
              <a:rPr lang="en-US" dirty="0"/>
              <a:t>and then click </a:t>
            </a:r>
            <a:r>
              <a:rPr lang="en-US" b="1" dirty="0"/>
              <a:t>indent</a:t>
            </a:r>
            <a:endParaRPr lang="en-US" sz="1800" dirty="0"/>
          </a:p>
          <a:p>
            <a:pPr marL="0" indent="0">
              <a:buNone/>
            </a:pPr>
            <a:endParaRPr lang="en-US" sz="4800" dirty="0"/>
          </a:p>
          <a:p>
            <a:endParaRPr lang="en-US" dirty="0"/>
          </a:p>
        </p:txBody>
      </p:sp>
    </p:spTree>
    <p:extLst>
      <p:ext uri="{BB962C8B-B14F-4D97-AF65-F5344CB8AC3E}">
        <p14:creationId xmlns:p14="http://schemas.microsoft.com/office/powerpoint/2010/main" val="6350688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149</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cp:revision>
  <dcterms:created xsi:type="dcterms:W3CDTF">2023-02-09T14:58:09Z</dcterms:created>
  <dcterms:modified xsi:type="dcterms:W3CDTF">2023-02-22T03:16:17Z</dcterms:modified>
</cp:coreProperties>
</file>