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D1971-BD82-4138-BED9-3CE6EB01E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E74DBA-889E-45C1-B687-49869D8C3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F36EB-B8E6-4E4A-BC3B-6520F4C50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500E0-2101-460B-8F24-F1C3A8808CAA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0D5BD-A4D5-44DC-959F-EC1977A72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95199-D032-4152-BEF5-A2D83BEB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FF28-6322-4C4F-89BE-A278C574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029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A9ABF-F175-4F3F-B27E-C677FE209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F6E61-5F2E-4732-93CE-55980F59E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D6D88-9A55-4C78-B610-F31F4F3CD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500E0-2101-460B-8F24-F1C3A8808CAA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C459B-95D6-41DB-9D3A-95187E065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99FDE-BBBE-43A8-8999-C6664FDE6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FF28-6322-4C4F-89BE-A278C574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57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AA3B9-5304-4D6D-B849-538B17715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2640B-962F-45DA-A13E-9410174BF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F851A-B501-4AAD-86EF-75AD0259F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500E0-2101-460B-8F24-F1C3A8808CAA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2361B-F5A8-45DC-9E62-6ED8C43B8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C6198-3A19-4A42-8D43-87464397D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FF28-6322-4C4F-89BE-A278C574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96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4E29A-748C-4E02-82B9-528D307DB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2F87-64A7-4FC5-82E5-6B7214A0E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3B07CF-41AC-4F34-9328-FF567710E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49966-A404-43E9-B59C-7949A5A48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500E0-2101-460B-8F24-F1C3A8808CAA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799FB-3B7A-4409-B3BF-79031EAD8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C9217-438B-41E2-9190-245E3B724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FF28-6322-4C4F-89BE-A278C574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55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E1756-D6B5-43A4-A27A-3D07A0CDE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66032-1A29-4E0B-B208-D97DE15E8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12BF1-FF4F-4F34-8702-318434210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8E0087-F184-4381-B2F7-DB38518971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9A60A6-7313-49E6-90C4-2D1E954473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2F0D4B-C787-4476-81CD-BBF7F50C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500E0-2101-460B-8F24-F1C3A8808CAA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DDED2D-9E61-4820-9A27-59FE4703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0A8545-6F37-43DA-9738-6C3E35DD0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FF28-6322-4C4F-89BE-A278C574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79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B2905-7C1B-417A-857E-1B5AC1AB9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4012D5-719C-4D81-9BB1-6574FC3D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500E0-2101-460B-8F24-F1C3A8808CAA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17E7A9-0119-4CE1-A0F4-6D43BF93C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A6BEB-2964-4A17-9CA0-EB452791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FF28-6322-4C4F-89BE-A278C574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174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C5FAD4-7F40-494C-BD00-C0F9F6C42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500E0-2101-460B-8F24-F1C3A8808CAA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AD294D-AE42-4E77-901A-AC245FA88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1A3BF-3C90-44C5-BDAC-FE95F258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FF28-6322-4C4F-89BE-A278C574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11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91783-C87A-4503-B831-9E03A3444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55CC0-7320-4486-880A-1872B5182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39D83-6A33-48B8-86B1-B6AC3C5C0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5D51D-15DF-40F6-A843-80E5D30B4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500E0-2101-460B-8F24-F1C3A8808CAA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A3CF4-1226-4157-AA1B-E8E3112D8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6E2BE-5FA6-4736-8A7B-531D4E7B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FF28-6322-4C4F-89BE-A278C574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27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56956-DD73-4ED5-BD72-6BD31EFEA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87E89B-3F21-45B9-BB97-83FABBD03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D7329-8374-46F6-B1CA-8669BBDB1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838B1-FBCA-4942-9C74-7A360461F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500E0-2101-460B-8F24-F1C3A8808CAA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01E68-4B64-46DF-9799-19F60310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77881-4A87-4639-9C9A-F67DAB468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FF28-6322-4C4F-89BE-A278C574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4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0DC77-E950-4C4C-8DEE-374AE3CF0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F31FC-6C1A-4848-9111-1CAC3A464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9E753-08EA-4604-B422-92C38FD2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500E0-2101-460B-8F24-F1C3A8808CAA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E440B-1260-4621-90AA-70309836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F14E3-EB5D-4378-B036-8FD6BB75E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FF28-6322-4C4F-89BE-A278C574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29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67F48-2D7F-4BFB-9864-6CC3F20009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C5EC8-4A0C-4082-A440-98187062D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B54DC-F3B8-47BD-BF5B-DB23B3FC6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500E0-2101-460B-8F24-F1C3A8808CAA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474E3-6AAE-4F69-B1EA-477A824AA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149AB-A6FD-47CD-8C36-29305DE20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FF28-6322-4C4F-89BE-A278C574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7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528FB4-6B1C-4AC2-A883-0DC64078A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FE9D2-20D8-4151-8C80-68CBF44C2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E6498-E72F-435C-9E7E-F65A572CA4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500E0-2101-460B-8F24-F1C3A8808CAA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42973-507A-40C7-A077-6147AE44FD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1F31D-B523-47AF-BD8C-650AFF215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0FF28-6322-4C4F-89BE-A278C574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08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C9547-4FCA-4109-9BA6-C3F2CC09C4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</a:t>
            </a:r>
            <a:br>
              <a:rPr lang="en-US" sz="6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/>
              <a:t>Endless Runner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8E9CA9-0433-434F-B874-E9F4205FF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Submitted to mam </a:t>
            </a:r>
            <a:r>
              <a:rPr lang="en-US" dirty="0" err="1"/>
              <a:t>Humera</a:t>
            </a:r>
            <a:r>
              <a:rPr lang="en-US" dirty="0"/>
              <a:t> Bashir</a:t>
            </a:r>
            <a:r>
              <a:rPr lang="en-US" sz="1800" b="1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111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16C7B-BD63-452F-9CFC-AD8ADCC35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u="sng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4.1 Introduction to the Game Concept</a:t>
            </a:r>
            <a:br>
              <a:rPr lang="en-US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53216-D934-4766-A60E-642A1935F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an endless runner game that challenges players to navigate a dynamically generated desert </a:t>
            </a:r>
            <a:r>
              <a:rPr lang="en-US" sz="1800" kern="100" dirty="0" err="1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landscape.The</a:t>
            </a:r>
            <a:r>
              <a:rPr lang="en-US" sz="1800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player has to save him self from the obstacles if any collision detected game will be over.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072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50229-EA89-4FAC-B1A1-E0110D8B2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1" u="sng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4.2 Core Gameplay Mechanics and Features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3DB68-742A-4CBC-A75B-C14967969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Endless running.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Unique obstacles in each run.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-Player Speed Increases.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90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0342-88AE-4458-A1EF-E2024C43D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1" u="sng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4.3 Development Process and Challenges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887F6-F7D2-42F8-AB61-362CF249F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development process involved character jumping, frame issue , collision issue, character killed issue whose solution is Iteratively tested and refined codes and logic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819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CEE03-0CF1-48B2-BF55-161CC06A4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u="sng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4.4 Achievements and Lessons Learned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47835-1509-4D21-85FD-E327A5F7F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-Learned to built games using unity.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Successfully integrated player features.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Learned the importance of balancing game mechanics.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947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3F1F-4252-4248-B2D0-B41508CB9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u="sng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u="sng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4.5 Future Improvements and Potential Expansions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32981-B2B1-4F71-8CAB-19759BF0B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Introduce seasonal events and limited-time challenges.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Introduce multiple levels.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Collection of small treasures.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648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177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Rounded MT Bold</vt:lpstr>
      <vt:lpstr>Calibri</vt:lpstr>
      <vt:lpstr>Calibri Light</vt:lpstr>
      <vt:lpstr>Office Theme</vt:lpstr>
      <vt:lpstr>Project Presentation Endless Runner</vt:lpstr>
      <vt:lpstr>4.1 Introduction to the Game Concept </vt:lpstr>
      <vt:lpstr>   4.2 Core Gameplay Mechanics and Features   </vt:lpstr>
      <vt:lpstr>   4.3 Development Process and Challenges     </vt:lpstr>
      <vt:lpstr> 4.4 Achievements and Lessons Learned</vt:lpstr>
      <vt:lpstr> 4.5 Future Improvements and Potential Expansions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 Endless Runner</dc:title>
  <dc:creator>Rimsha Laraib</dc:creator>
  <cp:lastModifiedBy>Rimsha Laraib</cp:lastModifiedBy>
  <cp:revision>1</cp:revision>
  <dcterms:created xsi:type="dcterms:W3CDTF">2024-11-01T14:47:49Z</dcterms:created>
  <dcterms:modified xsi:type="dcterms:W3CDTF">2024-11-01T14:53:38Z</dcterms:modified>
</cp:coreProperties>
</file>