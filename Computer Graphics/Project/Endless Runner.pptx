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4" r:id="rId2"/>
    <p:sldId id="259" r:id="rId3"/>
    <p:sldId id="260" r:id="rId4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84" y="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A961BA-2EB4-418C-83D6-03B545A6D103}" type="datetimeFigureOut">
              <a:rPr lang="en-PK" smtClean="0"/>
              <a:t>23/08/2024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F35A1-4CDF-4774-BD52-4056395C3E5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73421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376C8-B6CA-41D3-A70C-AA1C3AFED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39391E-D3C4-40B3-8882-FAE95E0FFF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25800-1D52-4A47-BC12-1690DC861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18833-C10E-47CA-AE77-29B91D88DFB6}" type="datetimeFigureOut">
              <a:rPr lang="en-PK" smtClean="0"/>
              <a:t>23/08/2024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AC22A-96F4-4031-A97A-9258862EE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2B495-4E7B-496A-B855-BF7E35E0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DADB7-8FE2-45B3-80EB-B6B747A9F2B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10072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D440E-7F9C-40E2-8C1B-9E01EF367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F9B29-2B1F-49F4-AF15-09E28767D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28B9F-706D-442F-8CAC-88ED9298D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18833-C10E-47CA-AE77-29B91D88DFB6}" type="datetimeFigureOut">
              <a:rPr lang="en-PK" smtClean="0"/>
              <a:t>23/08/2024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AD546-575D-42F8-8994-9CB1146AF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814C5-0680-4EEF-B9A6-D22BF661E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DADB7-8FE2-45B3-80EB-B6B747A9F2B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56132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5E67F-3EBD-4D94-B11E-FEA7577C4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293A7-6F1A-4E31-AC56-1EE3E4B21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FD59D-E9F7-4F50-9972-8575E49F3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18833-C10E-47CA-AE77-29B91D88DFB6}" type="datetimeFigureOut">
              <a:rPr lang="en-PK" smtClean="0"/>
              <a:t>23/08/2024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4BF1B-A462-41DF-AF1C-05D1CAB74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F8CCE-6ADB-4B09-A7F6-11DA86AD5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DADB7-8FE2-45B3-80EB-B6B747A9F2B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74097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8CCDB-1CF6-4C14-AD5E-7D6FB9C18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0F81A-8120-4B96-8C5F-72F80549BF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7DE2D-2EFD-4155-A5B0-8ADB91D76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15E740-4370-4410-BFC2-F5637D432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18833-C10E-47CA-AE77-29B91D88DFB6}" type="datetimeFigureOut">
              <a:rPr lang="en-PK" smtClean="0"/>
              <a:t>23/08/2024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D7A28-DAD7-4877-AEF7-AD5A1D9C9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46A8D-AF7D-427C-B023-D37F3E52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DADB7-8FE2-45B3-80EB-B6B747A9F2B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7562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1056F-DA52-4B3C-A19A-B13F7126E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6FC31-E5FF-47AA-B399-47231EDCA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AAA17-AA7D-487D-AF1A-9BB2E396D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2893A2-CB84-4851-9020-BD294B6192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E12F53-0724-4779-AE08-ED641E15C8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7363D6-6366-4C05-9FBD-A3897777C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18833-C10E-47CA-AE77-29B91D88DFB6}" type="datetimeFigureOut">
              <a:rPr lang="en-PK" smtClean="0"/>
              <a:t>23/08/2024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97F395-B22B-456A-BD77-E17686997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608C5B-A050-4C7B-884B-075189D7D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DADB7-8FE2-45B3-80EB-B6B747A9F2B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08692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4BB96-002F-419B-8F77-0AAEB7B65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1D4CB9-2DD3-4133-B421-F36A33F45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18833-C10E-47CA-AE77-29B91D88DFB6}" type="datetimeFigureOut">
              <a:rPr lang="en-PK" smtClean="0"/>
              <a:t>23/08/2024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6C076-6389-44C1-BBE6-39B36461F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A767F-C19D-4DB6-A166-C6D4B34F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DADB7-8FE2-45B3-80EB-B6B747A9F2B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07422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253445-B497-4E45-8F61-38E7AEF81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18833-C10E-47CA-AE77-29B91D88DFB6}" type="datetimeFigureOut">
              <a:rPr lang="en-PK" smtClean="0"/>
              <a:t>23/08/2024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A41A66-8362-4C58-8A67-397688E50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DD29B-6912-467F-A6C8-58DFFFF90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DADB7-8FE2-45B3-80EB-B6B747A9F2B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1214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C3F2A-4BFA-46F6-AD02-B5CCB3640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E10AE-7193-48C9-9ED4-F9CE46A7D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58C43-D2C3-46F1-8FA9-FA0DF7A09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91DED8-D893-4785-AAC1-B343FE8FE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18833-C10E-47CA-AE77-29B91D88DFB6}" type="datetimeFigureOut">
              <a:rPr lang="en-PK" smtClean="0"/>
              <a:t>23/08/2024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577EF-00D6-491E-BFE2-EE7256ED5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BB6EB-7C2C-44AC-A936-6208FA76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DADB7-8FE2-45B3-80EB-B6B747A9F2B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9410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C9094-ED86-4404-ADFC-5595EDFEB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5D5EC5-C514-428E-92E5-ADC06A43A7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48F2A-404F-4032-A3FA-F998A5570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328F2-31DA-4E1C-96DA-0281423DE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18833-C10E-47CA-AE77-29B91D88DFB6}" type="datetimeFigureOut">
              <a:rPr lang="en-PK" smtClean="0"/>
              <a:t>23/08/2024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79914-1B63-415E-8CA4-166837430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D533A-75A8-4D62-A45E-91E27BC0C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DADB7-8FE2-45B3-80EB-B6B747A9F2B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39578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9416E-E0BF-4152-B099-198849F14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47627E-1387-44B1-8E84-73488BF58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528ED-F2A2-409F-B296-02170F8E8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18833-C10E-47CA-AE77-29B91D88DFB6}" type="datetimeFigureOut">
              <a:rPr lang="en-PK" smtClean="0"/>
              <a:t>23/08/2024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7D9E6-2715-4C7A-AA5A-B89B8A5BE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7685C-7E4F-4338-BD51-A30EFD419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DADB7-8FE2-45B3-80EB-B6B747A9F2B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89007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93604C-5607-41DB-9A52-7BC5D2AD1B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31222-D11C-4793-BFD1-A41BF68F7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4B93D-7322-4D8D-8D72-7DA2BF71C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18833-C10E-47CA-AE77-29B91D88DFB6}" type="datetimeFigureOut">
              <a:rPr lang="en-PK" smtClean="0"/>
              <a:t>23/08/2024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B62D0-B444-49EC-91E8-767DBBFD5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0A7EB-71AB-423E-B5C1-5B2B9B0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DADB7-8FE2-45B3-80EB-B6B747A9F2B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99052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F0519D-2412-4A0C-821C-137138B03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8CA80-55BB-4DBB-9CDC-E67A776D6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AE92A-A2BE-4923-BA85-84144E7B13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18833-C10E-47CA-AE77-29B91D88DFB6}" type="datetimeFigureOut">
              <a:rPr lang="en-PK" smtClean="0"/>
              <a:t>23/08/2024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B478B-3273-447B-B506-899D3390A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B653E-16D9-4469-8376-3574E2C61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DADB7-8FE2-45B3-80EB-B6B747A9F2B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29587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73E06-A757-467B-A551-C6D051D7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and Prototype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03DBB-5A7C-456E-9239-36994F57A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79"/>
            <a:ext cx="5697354" cy="4158115"/>
          </a:xfrm>
        </p:spPr>
        <p:txBody>
          <a:bodyPr>
            <a:normAutofit/>
          </a:bodyPr>
          <a:lstStyle/>
          <a:p>
            <a:r>
              <a:rPr lang="en-US" dirty="0"/>
              <a:t>An endless runner showcasing a character (the runner) who runs the whole way up in front of obstructions. The player needs to swipe the screen in order for runner jumps or slide through different obstacles.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9C2618-986F-44BF-8841-F099349D4C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3054" y="1027906"/>
            <a:ext cx="3558240" cy="498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324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3E7F3-D8F1-4FA4-8C9E-924ADA787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7707" y="956414"/>
            <a:ext cx="2761648" cy="1136416"/>
          </a:xfrm>
        </p:spPr>
        <p:txBody>
          <a:bodyPr>
            <a:normAutofit fontScale="90000"/>
          </a:bodyPr>
          <a:lstStyle/>
          <a:p>
            <a:r>
              <a:rPr lang="en-US" dirty="0"/>
              <a:t>   Sprites</a:t>
            </a:r>
            <a:br>
              <a:rPr lang="en-US" dirty="0"/>
            </a:br>
            <a:r>
              <a:rPr lang="en-US" dirty="0"/>
              <a:t>(Characters)</a:t>
            </a:r>
            <a:br>
              <a:rPr lang="en-PK" dirty="0"/>
            </a:br>
            <a:endParaRPr lang="en-PK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BE2763BE-56D3-4195-94AA-9F2B01B25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0363" y="2242195"/>
            <a:ext cx="3310288" cy="3982403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Squares and Rectangles</a:t>
            </a:r>
          </a:p>
          <a:p>
            <a:pPr marL="0" indent="0">
              <a:buNone/>
            </a:pPr>
            <a:r>
              <a:rPr lang="en-US" sz="2400" b="1" dirty="0"/>
              <a:t>Usage: Blocks:</a:t>
            </a:r>
            <a:r>
              <a:rPr lang="en-US" sz="2400" dirty="0"/>
              <a:t> Brick blocks,  ground tiles.</a:t>
            </a:r>
          </a:p>
          <a:p>
            <a:r>
              <a:rPr lang="en-US" sz="2400" b="1" dirty="0"/>
              <a:t>Circles</a:t>
            </a:r>
          </a:p>
          <a:p>
            <a:pPr marL="0" indent="0">
              <a:buNone/>
            </a:pPr>
            <a:r>
              <a:rPr lang="en-US" sz="2400" b="1" dirty="0"/>
              <a:t>Usage: </a:t>
            </a:r>
            <a:r>
              <a:rPr lang="en-US" sz="2000" b="1" dirty="0"/>
              <a:t>Coins:</a:t>
            </a:r>
            <a:r>
              <a:rPr lang="en-US" sz="2000" dirty="0"/>
              <a:t> Collectibles.</a:t>
            </a:r>
          </a:p>
          <a:p>
            <a:r>
              <a:rPr lang="en-US" sz="2400" b="1" dirty="0"/>
              <a:t>Lines</a:t>
            </a:r>
          </a:p>
          <a:p>
            <a:pPr marL="0" indent="0">
              <a:buNone/>
            </a:pPr>
            <a:r>
              <a:rPr lang="en-US" sz="2400" b="1" dirty="0"/>
              <a:t>Usage: </a:t>
            </a:r>
            <a:r>
              <a:rPr lang="en-US" sz="2000" b="1" dirty="0"/>
              <a:t>Boundaries:</a:t>
            </a:r>
            <a:r>
              <a:rPr lang="en-US" sz="2000" dirty="0"/>
              <a:t> </a:t>
            </a:r>
            <a:r>
              <a:rPr lang="en-US" dirty="0"/>
              <a:t>Edges of platforms or zones.</a:t>
            </a:r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endParaRPr lang="en-PK" sz="48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BC1DCB-1D05-43F1-8688-C55861BB4A86}"/>
              </a:ext>
            </a:extLst>
          </p:cNvPr>
          <p:cNvSpPr/>
          <p:nvPr/>
        </p:nvSpPr>
        <p:spPr>
          <a:xfrm>
            <a:off x="790074" y="2242195"/>
            <a:ext cx="3205212" cy="36248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22" name="Content Placeholder 15">
            <a:extLst>
              <a:ext uri="{FF2B5EF4-FFF2-40B4-BE49-F238E27FC236}">
                <a16:creationId xmlns:a16="http://schemas.microsoft.com/office/drawing/2014/main" id="{0CBE56C2-ECFD-43CC-B2B5-EAFE98F91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692" y="2679653"/>
            <a:ext cx="2749976" cy="274997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8B687A5-2B20-491D-9378-728D9F8403C3}"/>
              </a:ext>
            </a:extLst>
          </p:cNvPr>
          <p:cNvSpPr txBox="1"/>
          <p:nvPr/>
        </p:nvSpPr>
        <p:spPr>
          <a:xfrm>
            <a:off x="4918508" y="633402"/>
            <a:ext cx="29453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Geometrical</a:t>
            </a:r>
          </a:p>
          <a:p>
            <a:r>
              <a:rPr lang="en-US" sz="3200" dirty="0"/>
              <a:t>      Shapes</a:t>
            </a:r>
            <a:endParaRPr lang="en-PK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51777A-9C56-4F71-A76C-4F45CA402042}"/>
              </a:ext>
            </a:extLst>
          </p:cNvPr>
          <p:cNvSpPr txBox="1"/>
          <p:nvPr/>
        </p:nvSpPr>
        <p:spPr>
          <a:xfrm>
            <a:off x="8450980" y="606253"/>
            <a:ext cx="30319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Boundary and collision checks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027C7B-7702-4204-AE39-C418BDDD88B5}"/>
              </a:ext>
            </a:extLst>
          </p:cNvPr>
          <p:cNvSpPr txBox="1"/>
          <p:nvPr/>
        </p:nvSpPr>
        <p:spPr>
          <a:xfrm>
            <a:off x="8405660" y="2242195"/>
            <a:ext cx="24736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Ensuring the players does not pass through the  obstacles.</a:t>
            </a:r>
            <a:endParaRPr lang="en-PK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9C51D7-956E-417A-8A67-C83AAFFEEDCD}"/>
              </a:ext>
            </a:extLst>
          </p:cNvPr>
          <p:cNvSpPr/>
          <p:nvPr/>
        </p:nvSpPr>
        <p:spPr>
          <a:xfrm>
            <a:off x="4639377" y="606253"/>
            <a:ext cx="3381274" cy="54961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DB96FB-2B7E-4570-949C-342B63FF9B24}"/>
              </a:ext>
            </a:extLst>
          </p:cNvPr>
          <p:cNvSpPr/>
          <p:nvPr/>
        </p:nvSpPr>
        <p:spPr>
          <a:xfrm>
            <a:off x="8196716" y="606253"/>
            <a:ext cx="3205210" cy="33304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09812B-77BF-411B-A1FD-528511BD19B4}"/>
              </a:ext>
            </a:extLst>
          </p:cNvPr>
          <p:cNvSpPr/>
          <p:nvPr/>
        </p:nvSpPr>
        <p:spPr>
          <a:xfrm>
            <a:off x="471638" y="606253"/>
            <a:ext cx="4062660" cy="5717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07995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E9726-B594-4548-A7A9-3F8E99F57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945" y="476452"/>
            <a:ext cx="4118811" cy="943911"/>
          </a:xfrm>
        </p:spPr>
        <p:txBody>
          <a:bodyPr/>
          <a:lstStyle/>
          <a:p>
            <a:r>
              <a:rPr lang="en-US" dirty="0"/>
              <a:t>Frame Animation</a:t>
            </a:r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9C90E0-61EA-4DD6-8A3E-BA00167F5AE6}"/>
              </a:ext>
            </a:extLst>
          </p:cNvPr>
          <p:cNvSpPr txBox="1"/>
          <p:nvPr/>
        </p:nvSpPr>
        <p:spPr>
          <a:xfrm flipH="1">
            <a:off x="6141718" y="476452"/>
            <a:ext cx="23573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Physics Animation</a:t>
            </a:r>
            <a:endParaRPr lang="en-PK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9FD74B-040F-42D2-A3AB-067C43085635}"/>
              </a:ext>
            </a:extLst>
          </p:cNvPr>
          <p:cNvSpPr txBox="1"/>
          <p:nvPr/>
        </p:nvSpPr>
        <p:spPr>
          <a:xfrm>
            <a:off x="11907250" y="3680059"/>
            <a:ext cx="8076515" cy="180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sz="100"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A4E13CA3-A999-44E8-9F81-176E9A952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8432" y="1556117"/>
            <a:ext cx="3261361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Gravity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When </a:t>
            </a:r>
            <a: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character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jumps, he doesn’t float or move linearly. Gravity pulls him down, creating a smooth curve as he falls</a:t>
            </a:r>
            <a:endParaRPr kumimoji="0" lang="en-US" altLang="en-PK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Collision Detection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altLang="en-PK" sz="2000" dirty="0">
                <a:latin typeface="Arial" panose="020B0604020202020204" pitchFamily="34" charset="0"/>
              </a:rPr>
              <a:t>C</a:t>
            </a:r>
            <a: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haracter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interacts with the environment by colliding with platforms, enemies, or obstacles. </a:t>
            </a:r>
            <a:endParaRPr kumimoji="0" lang="en-US" altLang="en-PK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Jump Mechanics</a:t>
            </a:r>
            <a:r>
              <a:rPr kumimoji="0" lang="en-US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longer the button is pressed, the higher </a:t>
            </a:r>
            <a: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character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jumps, thanks to impulse forces.</a:t>
            </a:r>
            <a:endParaRPr kumimoji="0" lang="en-US" altLang="en-PK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EC0004-5D3D-4C07-A3A4-3A22AFDA8C22}"/>
              </a:ext>
            </a:extLst>
          </p:cNvPr>
          <p:cNvSpPr txBox="1"/>
          <p:nvPr/>
        </p:nvSpPr>
        <p:spPr>
          <a:xfrm>
            <a:off x="8864867" y="702644"/>
            <a:ext cx="2156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Scoring</a:t>
            </a:r>
            <a:endParaRPr lang="en-PK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1B8874-E311-45A2-A426-D1D5FE9FDEC2}"/>
              </a:ext>
            </a:extLst>
          </p:cNvPr>
          <p:cNvSpPr txBox="1"/>
          <p:nvPr/>
        </p:nvSpPr>
        <p:spPr>
          <a:xfrm>
            <a:off x="8989996" y="1655546"/>
            <a:ext cx="2156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Scoring on the basis of jumps </a:t>
            </a:r>
            <a:endParaRPr lang="en-PK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E6DB9F-BC39-4F7C-888D-052F2F90E825}"/>
              </a:ext>
            </a:extLst>
          </p:cNvPr>
          <p:cNvSpPr txBox="1"/>
          <p:nvPr/>
        </p:nvSpPr>
        <p:spPr>
          <a:xfrm>
            <a:off x="8989996" y="3033728"/>
            <a:ext cx="2537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Mouse /Keyboard Interaction</a:t>
            </a:r>
            <a:endParaRPr lang="en-PK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E464DE-C9A6-4842-8ADD-A1EADB6C2353}"/>
              </a:ext>
            </a:extLst>
          </p:cNvPr>
          <p:cNvSpPr txBox="1"/>
          <p:nvPr/>
        </p:nvSpPr>
        <p:spPr>
          <a:xfrm>
            <a:off x="8989996" y="4090738"/>
            <a:ext cx="2329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 pressing the button character will jump </a:t>
            </a:r>
            <a:endParaRPr lang="en-PK" dirty="0"/>
          </a:p>
        </p:txBody>
      </p:sp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EE6C2749-683D-49CF-95CA-A6E61C4035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363" y="1420363"/>
            <a:ext cx="2357388" cy="2254145"/>
          </a:xfr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E61C966-4BF3-4159-9E69-AEC5AB16BB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057" y="3781123"/>
            <a:ext cx="2577699" cy="2609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52E3960-BF4B-4CEB-BAC0-C3C7EDA51466}"/>
              </a:ext>
            </a:extLst>
          </p:cNvPr>
          <p:cNvSpPr/>
          <p:nvPr/>
        </p:nvSpPr>
        <p:spPr>
          <a:xfrm>
            <a:off x="4840169" y="434744"/>
            <a:ext cx="3904916" cy="63815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CB54A8-21A6-4255-9100-9021419C9D98}"/>
              </a:ext>
            </a:extLst>
          </p:cNvPr>
          <p:cNvSpPr/>
          <p:nvPr/>
        </p:nvSpPr>
        <p:spPr>
          <a:xfrm>
            <a:off x="8864867" y="534152"/>
            <a:ext cx="2329313" cy="204392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CE9049-1BF7-4ACF-9A25-6555EE58B9A0}"/>
              </a:ext>
            </a:extLst>
          </p:cNvPr>
          <p:cNvSpPr/>
          <p:nvPr/>
        </p:nvSpPr>
        <p:spPr>
          <a:xfrm>
            <a:off x="8989996" y="3033728"/>
            <a:ext cx="2537059" cy="1703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7167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182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Introduction and Prototype</vt:lpstr>
      <vt:lpstr>   Sprites (Characters) </vt:lpstr>
      <vt:lpstr>Frame Animation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Runner</dc:title>
  <dc:creator>Rimsha Laraib</dc:creator>
  <cp:lastModifiedBy>Rimsha Laraib</cp:lastModifiedBy>
  <cp:revision>12</cp:revision>
  <dcterms:created xsi:type="dcterms:W3CDTF">2024-08-23T10:56:14Z</dcterms:created>
  <dcterms:modified xsi:type="dcterms:W3CDTF">2024-08-23T19:06:14Z</dcterms:modified>
</cp:coreProperties>
</file>